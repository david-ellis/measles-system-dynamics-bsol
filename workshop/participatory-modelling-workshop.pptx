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4.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7" r:id="rId2"/>
    <p:sldMasterId id="2147483674" r:id="rId3"/>
    <p:sldMasterId id="2147483681" r:id="rId4"/>
    <p:sldMasterId id="2147483688" r:id="rId5"/>
  </p:sldMasterIdLst>
  <p:notesMasterIdLst>
    <p:notesMasterId r:id="rId50"/>
  </p:notesMasterIdLst>
  <p:sldIdLst>
    <p:sldId id="309" r:id="rId6"/>
    <p:sldId id="258" r:id="rId7"/>
    <p:sldId id="306" r:id="rId8"/>
    <p:sldId id="259" r:id="rId9"/>
    <p:sldId id="264" r:id="rId10"/>
    <p:sldId id="265" r:id="rId11"/>
    <p:sldId id="308" r:id="rId12"/>
    <p:sldId id="267" r:id="rId13"/>
    <p:sldId id="303" r:id="rId14"/>
    <p:sldId id="260" r:id="rId15"/>
    <p:sldId id="262" r:id="rId16"/>
    <p:sldId id="268" r:id="rId17"/>
    <p:sldId id="269" r:id="rId18"/>
    <p:sldId id="270" r:id="rId19"/>
    <p:sldId id="273" r:id="rId20"/>
    <p:sldId id="274" r:id="rId21"/>
    <p:sldId id="275" r:id="rId22"/>
    <p:sldId id="276" r:id="rId23"/>
    <p:sldId id="300" r:id="rId24"/>
    <p:sldId id="277" r:id="rId25"/>
    <p:sldId id="278" r:id="rId26"/>
    <p:sldId id="301" r:id="rId27"/>
    <p:sldId id="280" r:id="rId28"/>
    <p:sldId id="281" r:id="rId29"/>
    <p:sldId id="282" r:id="rId30"/>
    <p:sldId id="283" r:id="rId31"/>
    <p:sldId id="284" r:id="rId32"/>
    <p:sldId id="285" r:id="rId33"/>
    <p:sldId id="266" r:id="rId34"/>
    <p:sldId id="287" r:id="rId35"/>
    <p:sldId id="288" r:id="rId36"/>
    <p:sldId id="289" r:id="rId37"/>
    <p:sldId id="291" r:id="rId38"/>
    <p:sldId id="290" r:id="rId39"/>
    <p:sldId id="292" r:id="rId40"/>
    <p:sldId id="294" r:id="rId41"/>
    <p:sldId id="293" r:id="rId42"/>
    <p:sldId id="296" r:id="rId43"/>
    <p:sldId id="295" r:id="rId44"/>
    <p:sldId id="297" r:id="rId45"/>
    <p:sldId id="271" r:id="rId46"/>
    <p:sldId id="299" r:id="rId47"/>
    <p:sldId id="302" r:id="rId48"/>
    <p:sldId id="307" r:id="rId49"/>
  </p:sldIdLst>
  <p:sldSz cx="12192000" cy="6858000"/>
  <p:notesSz cx="6858000" cy="9144000"/>
  <p:defaultTextStyle>
    <a:defPPr>
      <a:defRPr lang="en-US"/>
    </a:defPPr>
    <a:lvl1pPr marL="0" algn="l" defTabSz="779252" rtl="0" eaLnBrk="1" latinLnBrk="0" hangingPunct="1">
      <a:defRPr sz="1500" kern="1200">
        <a:solidFill>
          <a:schemeClr val="tx1"/>
        </a:solidFill>
        <a:latin typeface="+mn-lt"/>
        <a:ea typeface="+mn-ea"/>
        <a:cs typeface="+mn-cs"/>
      </a:defRPr>
    </a:lvl1pPr>
    <a:lvl2pPr marL="389626" algn="l" defTabSz="779252" rtl="0" eaLnBrk="1" latinLnBrk="0" hangingPunct="1">
      <a:defRPr sz="1500" kern="1200">
        <a:solidFill>
          <a:schemeClr val="tx1"/>
        </a:solidFill>
        <a:latin typeface="+mn-lt"/>
        <a:ea typeface="+mn-ea"/>
        <a:cs typeface="+mn-cs"/>
      </a:defRPr>
    </a:lvl2pPr>
    <a:lvl3pPr marL="779252" algn="l" defTabSz="779252" rtl="0" eaLnBrk="1" latinLnBrk="0" hangingPunct="1">
      <a:defRPr sz="1500" kern="1200">
        <a:solidFill>
          <a:schemeClr val="tx1"/>
        </a:solidFill>
        <a:latin typeface="+mn-lt"/>
        <a:ea typeface="+mn-ea"/>
        <a:cs typeface="+mn-cs"/>
      </a:defRPr>
    </a:lvl3pPr>
    <a:lvl4pPr marL="1168878" algn="l" defTabSz="779252" rtl="0" eaLnBrk="1" latinLnBrk="0" hangingPunct="1">
      <a:defRPr sz="1500" kern="1200">
        <a:solidFill>
          <a:schemeClr val="tx1"/>
        </a:solidFill>
        <a:latin typeface="+mn-lt"/>
        <a:ea typeface="+mn-ea"/>
        <a:cs typeface="+mn-cs"/>
      </a:defRPr>
    </a:lvl4pPr>
    <a:lvl5pPr marL="1558503" algn="l" defTabSz="779252" rtl="0" eaLnBrk="1" latinLnBrk="0" hangingPunct="1">
      <a:defRPr sz="1500" kern="1200">
        <a:solidFill>
          <a:schemeClr val="tx1"/>
        </a:solidFill>
        <a:latin typeface="+mn-lt"/>
        <a:ea typeface="+mn-ea"/>
        <a:cs typeface="+mn-cs"/>
      </a:defRPr>
    </a:lvl5pPr>
    <a:lvl6pPr marL="1948129" algn="l" defTabSz="779252" rtl="0" eaLnBrk="1" latinLnBrk="0" hangingPunct="1">
      <a:defRPr sz="1500" kern="1200">
        <a:solidFill>
          <a:schemeClr val="tx1"/>
        </a:solidFill>
        <a:latin typeface="+mn-lt"/>
        <a:ea typeface="+mn-ea"/>
        <a:cs typeface="+mn-cs"/>
      </a:defRPr>
    </a:lvl6pPr>
    <a:lvl7pPr marL="2337755" algn="l" defTabSz="779252" rtl="0" eaLnBrk="1" latinLnBrk="0" hangingPunct="1">
      <a:defRPr sz="1500" kern="1200">
        <a:solidFill>
          <a:schemeClr val="tx1"/>
        </a:solidFill>
        <a:latin typeface="+mn-lt"/>
        <a:ea typeface="+mn-ea"/>
        <a:cs typeface="+mn-cs"/>
      </a:defRPr>
    </a:lvl7pPr>
    <a:lvl8pPr marL="2727381" algn="l" defTabSz="779252" rtl="0" eaLnBrk="1" latinLnBrk="0" hangingPunct="1">
      <a:defRPr sz="1500" kern="1200">
        <a:solidFill>
          <a:schemeClr val="tx1"/>
        </a:solidFill>
        <a:latin typeface="+mn-lt"/>
        <a:ea typeface="+mn-ea"/>
        <a:cs typeface="+mn-cs"/>
      </a:defRPr>
    </a:lvl8pPr>
    <a:lvl9pPr marL="3117007" algn="l" defTabSz="779252" rtl="0" eaLnBrk="1" latinLnBrk="0" hangingPunct="1">
      <a:defRPr sz="15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4E291"/>
    <a:srgbClr val="BF352D"/>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088A54-CCCE-4CBA-8B8A-86F355A8AC27}" v="481" dt="2026-04-01T16:25:57.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microsoft.com/office/2015/10/relationships/revisionInfo" Target="revisionInfo.xml"/><Relationship Id="rId8" Type="http://schemas.openxmlformats.org/officeDocument/2006/relationships/slide" Target="slides/slide3.xml"/><Relationship Id="rId51" Type="http://schemas.openxmlformats.org/officeDocument/2006/relationships/presProps" Target="presProps.xml"/><Relationship Id="rId3"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Ellis" userId="53c82bd7-0e73-48cf-aefa-af1f338f0557" providerId="ADAL" clId="{0B5AAB18-39D6-4671-9726-EFEE541FCFAF}"/>
    <pc:docChg chg="undo redo custSel mod addSld delSld modSld sldOrd modMainMaster">
      <pc:chgData name="David Ellis" userId="53c82bd7-0e73-48cf-aefa-af1f338f0557" providerId="ADAL" clId="{0B5AAB18-39D6-4671-9726-EFEE541FCFAF}" dt="2026-04-01T16:26:00.045" v="5956" actId="47"/>
      <pc:docMkLst>
        <pc:docMk/>
      </pc:docMkLst>
      <pc:sldChg chg="modSp add del modTransition">
        <pc:chgData name="David Ellis" userId="53c82bd7-0e73-48cf-aefa-af1f338f0557" providerId="ADAL" clId="{0B5AAB18-39D6-4671-9726-EFEE541FCFAF}" dt="2026-04-01T16:19:09.656" v="5845" actId="47"/>
        <pc:sldMkLst>
          <pc:docMk/>
          <pc:sldMk cId="637296780" sldId="257"/>
        </pc:sldMkLst>
      </pc:sldChg>
      <pc:sldChg chg="addSp delSp modSp new mod">
        <pc:chgData name="David Ellis" userId="53c82bd7-0e73-48cf-aefa-af1f338f0557" providerId="ADAL" clId="{0B5AAB18-39D6-4671-9726-EFEE541FCFAF}" dt="2026-03-17T10:31:22.892" v="169"/>
        <pc:sldMkLst>
          <pc:docMk/>
          <pc:sldMk cId="1646835961" sldId="258"/>
        </pc:sldMkLst>
        <pc:spChg chg="mod">
          <ac:chgData name="David Ellis" userId="53c82bd7-0e73-48cf-aefa-af1f338f0557" providerId="ADAL" clId="{0B5AAB18-39D6-4671-9726-EFEE541FCFAF}" dt="2026-03-17T10:31:22.892" v="169"/>
          <ac:spMkLst>
            <pc:docMk/>
            <pc:sldMk cId="1646835961" sldId="258"/>
            <ac:spMk id="2" creationId="{A28C4CC0-FD05-FEF4-948D-B3945918F351}"/>
          </ac:spMkLst>
        </pc:spChg>
        <pc:picChg chg="add mod">
          <ac:chgData name="David Ellis" userId="53c82bd7-0e73-48cf-aefa-af1f338f0557" providerId="ADAL" clId="{0B5AAB18-39D6-4671-9726-EFEE541FCFAF}" dt="2026-03-17T10:28:47.249" v="135" actId="1076"/>
          <ac:picMkLst>
            <pc:docMk/>
            <pc:sldMk cId="1646835961" sldId="258"/>
            <ac:picMk id="5" creationId="{9FD23FF9-9BA8-9167-0772-D1B26C29A4D3}"/>
          </ac:picMkLst>
        </pc:picChg>
        <pc:picChg chg="add mod">
          <ac:chgData name="David Ellis" userId="53c82bd7-0e73-48cf-aefa-af1f338f0557" providerId="ADAL" clId="{0B5AAB18-39D6-4671-9726-EFEE541FCFAF}" dt="2026-03-17T10:29:38.716" v="143" actId="1076"/>
          <ac:picMkLst>
            <pc:docMk/>
            <pc:sldMk cId="1646835961" sldId="258"/>
            <ac:picMk id="1026" creationId="{4B16A5B7-426C-CDC0-1332-9B9F35016BA4}"/>
          </ac:picMkLst>
        </pc:picChg>
      </pc:sldChg>
      <pc:sldChg chg="addSp delSp modSp add mod">
        <pc:chgData name="David Ellis" userId="53c82bd7-0e73-48cf-aefa-af1f338f0557" providerId="ADAL" clId="{0B5AAB18-39D6-4671-9726-EFEE541FCFAF}" dt="2026-03-20T08:59:35.318" v="5766" actId="14100"/>
        <pc:sldMkLst>
          <pc:docMk/>
          <pc:sldMk cId="268475173" sldId="259"/>
        </pc:sldMkLst>
        <pc:spChg chg="mod">
          <ac:chgData name="David Ellis" userId="53c82bd7-0e73-48cf-aefa-af1f338f0557" providerId="ADAL" clId="{0B5AAB18-39D6-4671-9726-EFEE541FCFAF}" dt="2026-03-17T10:44:22.679" v="802" actId="20577"/>
          <ac:spMkLst>
            <pc:docMk/>
            <pc:sldMk cId="268475173" sldId="259"/>
            <ac:spMk id="2" creationId="{39D9FA69-CD7E-14DE-DD07-00665F8DF553}"/>
          </ac:spMkLst>
        </pc:spChg>
        <pc:spChg chg="add mod">
          <ac:chgData name="David Ellis" userId="53c82bd7-0e73-48cf-aefa-af1f338f0557" providerId="ADAL" clId="{0B5AAB18-39D6-4671-9726-EFEE541FCFAF}" dt="2026-03-20T08:59:35.318" v="5766" actId="14100"/>
          <ac:spMkLst>
            <pc:docMk/>
            <pc:sldMk cId="268475173" sldId="259"/>
            <ac:spMk id="5" creationId="{FF0DA5D4-6315-C749-EE29-45DFE784F021}"/>
          </ac:spMkLst>
        </pc:spChg>
        <pc:spChg chg="add mod">
          <ac:chgData name="David Ellis" userId="53c82bd7-0e73-48cf-aefa-af1f338f0557" providerId="ADAL" clId="{0B5AAB18-39D6-4671-9726-EFEE541FCFAF}" dt="2026-03-20T08:52:55.284" v="5753" actId="20577"/>
          <ac:spMkLst>
            <pc:docMk/>
            <pc:sldMk cId="268475173" sldId="259"/>
            <ac:spMk id="10" creationId="{2C31592F-97F0-66F1-F260-71CD23768AB5}"/>
          </ac:spMkLst>
        </pc:spChg>
        <pc:grpChg chg="add mod">
          <ac:chgData name="David Ellis" userId="53c82bd7-0e73-48cf-aefa-af1f338f0557" providerId="ADAL" clId="{0B5AAB18-39D6-4671-9726-EFEE541FCFAF}" dt="2026-03-17T10:41:35.334" v="608" actId="164"/>
          <ac:grpSpMkLst>
            <pc:docMk/>
            <pc:sldMk cId="268475173" sldId="259"/>
            <ac:grpSpMk id="12" creationId="{06B847FB-B008-DE71-DCC6-BFAF317619AF}"/>
          </ac:grpSpMkLst>
        </pc:grpChg>
        <pc:grpChg chg="add mod">
          <ac:chgData name="David Ellis" userId="53c82bd7-0e73-48cf-aefa-af1f338f0557" providerId="ADAL" clId="{0B5AAB18-39D6-4671-9726-EFEE541FCFAF}" dt="2026-03-17T10:42:00.684" v="615" actId="1076"/>
          <ac:grpSpMkLst>
            <pc:docMk/>
            <pc:sldMk cId="268475173" sldId="259"/>
            <ac:grpSpMk id="13" creationId="{AC61AD66-24B6-A4A2-6C65-D9BA1547951C}"/>
          </ac:grpSpMkLst>
        </pc:grpChg>
        <pc:picChg chg="add mod ord modCrop">
          <ac:chgData name="David Ellis" userId="53c82bd7-0e73-48cf-aefa-af1f338f0557" providerId="ADAL" clId="{0B5AAB18-39D6-4671-9726-EFEE541FCFAF}" dt="2026-03-17T10:41:35.334" v="608" actId="164"/>
          <ac:picMkLst>
            <pc:docMk/>
            <pc:sldMk cId="268475173" sldId="259"/>
            <ac:picMk id="4" creationId="{0995A68A-9E78-EF5F-0D35-C5853429367B}"/>
          </ac:picMkLst>
        </pc:picChg>
        <pc:picChg chg="add mod ord modCrop">
          <ac:chgData name="David Ellis" userId="53c82bd7-0e73-48cf-aefa-af1f338f0557" providerId="ADAL" clId="{0B5AAB18-39D6-4671-9726-EFEE541FCFAF}" dt="2026-03-17T10:40:27.989" v="602" actId="164"/>
          <ac:picMkLst>
            <pc:docMk/>
            <pc:sldMk cId="268475173" sldId="259"/>
            <ac:picMk id="8" creationId="{90E780A3-9251-B030-E2F0-C0F804A02267}"/>
          </ac:picMkLst>
        </pc:picChg>
        <pc:picChg chg="add mod ord modCrop">
          <ac:chgData name="David Ellis" userId="53c82bd7-0e73-48cf-aefa-af1f338f0557" providerId="ADAL" clId="{0B5AAB18-39D6-4671-9726-EFEE541FCFAF}" dt="2026-03-17T10:40:27.989" v="602" actId="164"/>
          <ac:picMkLst>
            <pc:docMk/>
            <pc:sldMk cId="268475173" sldId="259"/>
            <ac:picMk id="11" creationId="{310AC276-3A69-E927-417E-7DC46AF7CD4D}"/>
          </ac:picMkLst>
        </pc:picChg>
      </pc:sldChg>
      <pc:sldChg chg="addSp delSp modSp add del mod modTransition">
        <pc:chgData name="David Ellis" userId="53c82bd7-0e73-48cf-aefa-af1f338f0557" providerId="ADAL" clId="{0B5AAB18-39D6-4671-9726-EFEE541FCFAF}" dt="2026-04-01T16:20:04.554" v="5954" actId="113"/>
        <pc:sldMkLst>
          <pc:docMk/>
          <pc:sldMk cId="0" sldId="260"/>
        </pc:sldMkLst>
        <pc:spChg chg="del">
          <ac:chgData name="David Ellis" userId="53c82bd7-0e73-48cf-aefa-af1f338f0557" providerId="ADAL" clId="{0B5AAB18-39D6-4671-9726-EFEE541FCFAF}" dt="2026-04-01T16:19:12.275" v="5846" actId="478"/>
          <ac:spMkLst>
            <pc:docMk/>
            <pc:sldMk cId="0" sldId="260"/>
            <ac:spMk id="2" creationId="{00000000-0000-0000-0000-000000000000}"/>
          </ac:spMkLst>
        </pc:spChg>
        <pc:spChg chg="del">
          <ac:chgData name="David Ellis" userId="53c82bd7-0e73-48cf-aefa-af1f338f0557" providerId="ADAL" clId="{0B5AAB18-39D6-4671-9726-EFEE541FCFAF}" dt="2026-04-01T16:19:14.169" v="5847" actId="478"/>
          <ac:spMkLst>
            <pc:docMk/>
            <pc:sldMk cId="0" sldId="260"/>
            <ac:spMk id="3" creationId="{00000000-0000-0000-0000-000000000000}"/>
          </ac:spMkLst>
        </pc:spChg>
        <pc:spChg chg="del">
          <ac:chgData name="David Ellis" userId="53c82bd7-0e73-48cf-aefa-af1f338f0557" providerId="ADAL" clId="{0B5AAB18-39D6-4671-9726-EFEE541FCFAF}" dt="2026-04-01T16:19:56.889" v="5953" actId="478"/>
          <ac:spMkLst>
            <pc:docMk/>
            <pc:sldMk cId="0" sldId="260"/>
            <ac:spMk id="5" creationId="{E0CA828F-1337-8D0B-8FA9-AD672E11F7DE}"/>
          </ac:spMkLst>
        </pc:spChg>
        <pc:spChg chg="add mod">
          <ac:chgData name="David Ellis" userId="53c82bd7-0e73-48cf-aefa-af1f338f0557" providerId="ADAL" clId="{0B5AAB18-39D6-4671-9726-EFEE541FCFAF}" dt="2026-04-01T16:20:04.554" v="5954" actId="113"/>
          <ac:spMkLst>
            <pc:docMk/>
            <pc:sldMk cId="0" sldId="260"/>
            <ac:spMk id="6" creationId="{6D8735A3-1A4A-A595-D84D-33C3ACA21BD0}"/>
          </ac:spMkLst>
        </pc:spChg>
        <pc:spChg chg="add del mod">
          <ac:chgData name="David Ellis" userId="53c82bd7-0e73-48cf-aefa-af1f338f0557" providerId="ADAL" clId="{0B5AAB18-39D6-4671-9726-EFEE541FCFAF}" dt="2026-04-01T16:19:15.494" v="5848" actId="478"/>
          <ac:spMkLst>
            <pc:docMk/>
            <pc:sldMk cId="0" sldId="260"/>
            <ac:spMk id="8" creationId="{4CC9B299-2EA2-FC4D-1F38-DA60164289BC}"/>
          </ac:spMkLst>
        </pc:spChg>
      </pc:sldChg>
      <pc:sldChg chg="modSp add del modTransition">
        <pc:chgData name="David Ellis" userId="53c82bd7-0e73-48cf-aefa-af1f338f0557" providerId="ADAL" clId="{0B5AAB18-39D6-4671-9726-EFEE541FCFAF}" dt="2026-04-01T16:19:09.656" v="5845" actId="47"/>
        <pc:sldMkLst>
          <pc:docMk/>
          <pc:sldMk cId="3615252789" sldId="261"/>
        </pc:sldMkLst>
      </pc:sldChg>
      <pc:sldChg chg="addSp delSp modSp new mod ord">
        <pc:chgData name="David Ellis" userId="53c82bd7-0e73-48cf-aefa-af1f338f0557" providerId="ADAL" clId="{0B5AAB18-39D6-4671-9726-EFEE541FCFAF}" dt="2026-03-17T12:23:55.162" v="1573"/>
        <pc:sldMkLst>
          <pc:docMk/>
          <pc:sldMk cId="4089977139" sldId="262"/>
        </pc:sldMkLst>
        <pc:spChg chg="mod">
          <ac:chgData name="David Ellis" userId="53c82bd7-0e73-48cf-aefa-af1f338f0557" providerId="ADAL" clId="{0B5AAB18-39D6-4671-9726-EFEE541FCFAF}" dt="2026-03-17T10:33:57.814" v="285" actId="20577"/>
          <ac:spMkLst>
            <pc:docMk/>
            <pc:sldMk cId="4089977139" sldId="262"/>
            <ac:spMk id="2" creationId="{D2D17BE9-3AC9-F4C8-63F4-B5A164B9818B}"/>
          </ac:spMkLst>
        </pc:spChg>
        <pc:picChg chg="add mod">
          <ac:chgData name="David Ellis" userId="53c82bd7-0e73-48cf-aefa-af1f338f0557" providerId="ADAL" clId="{0B5AAB18-39D6-4671-9726-EFEE541FCFAF}" dt="2026-03-17T10:33:41.466" v="257" actId="167"/>
          <ac:picMkLst>
            <pc:docMk/>
            <pc:sldMk cId="4089977139" sldId="262"/>
            <ac:picMk id="7" creationId="{310E7935-2EEA-035D-EDE2-5690D6485697}"/>
          </ac:picMkLst>
        </pc:picChg>
      </pc:sldChg>
      <pc:sldChg chg="modSp add del modTransition">
        <pc:chgData name="David Ellis" userId="53c82bd7-0e73-48cf-aefa-af1f338f0557" providerId="ADAL" clId="{0B5AAB18-39D6-4671-9726-EFEE541FCFAF}" dt="2026-04-01T16:19:09.656" v="5845" actId="47"/>
        <pc:sldMkLst>
          <pc:docMk/>
          <pc:sldMk cId="3299338375" sldId="263"/>
        </pc:sldMkLst>
      </pc:sldChg>
      <pc:sldChg chg="addSp delSp modSp new mod">
        <pc:chgData name="David Ellis" userId="53c82bd7-0e73-48cf-aefa-af1f338f0557" providerId="ADAL" clId="{0B5AAB18-39D6-4671-9726-EFEE541FCFAF}" dt="2026-03-20T09:00:14.792" v="5802" actId="14100"/>
        <pc:sldMkLst>
          <pc:docMk/>
          <pc:sldMk cId="511578583" sldId="264"/>
        </pc:sldMkLst>
        <pc:spChg chg="add mod">
          <ac:chgData name="David Ellis" userId="53c82bd7-0e73-48cf-aefa-af1f338f0557" providerId="ADAL" clId="{0B5AAB18-39D6-4671-9726-EFEE541FCFAF}" dt="2026-03-20T09:00:14.792" v="5802" actId="14100"/>
          <ac:spMkLst>
            <pc:docMk/>
            <pc:sldMk cId="511578583" sldId="264"/>
            <ac:spMk id="2" creationId="{5DC0409E-0B3D-4580-33D1-B73442CAF835}"/>
          </ac:spMkLst>
        </pc:spChg>
        <pc:spChg chg="add mod">
          <ac:chgData name="David Ellis" userId="53c82bd7-0e73-48cf-aefa-af1f338f0557" providerId="ADAL" clId="{0B5AAB18-39D6-4671-9726-EFEE541FCFAF}" dt="2026-03-17T10:44:31.875" v="805" actId="20577"/>
          <ac:spMkLst>
            <pc:docMk/>
            <pc:sldMk cId="511578583" sldId="264"/>
            <ac:spMk id="4" creationId="{4F1DC484-A7A9-EADE-8E1F-EB70D6AF4BA9}"/>
          </ac:spMkLst>
        </pc:spChg>
        <pc:spChg chg="add mod">
          <ac:chgData name="David Ellis" userId="53c82bd7-0e73-48cf-aefa-af1f338f0557" providerId="ADAL" clId="{0B5AAB18-39D6-4671-9726-EFEE541FCFAF}" dt="2026-03-17T11:28:58.614" v="1174" actId="20577"/>
          <ac:spMkLst>
            <pc:docMk/>
            <pc:sldMk cId="511578583" sldId="264"/>
            <ac:spMk id="8" creationId="{19924BD5-11F0-A509-C9E4-144DD7B8A437}"/>
          </ac:spMkLst>
        </pc:spChg>
        <pc:picChg chg="add mod">
          <ac:chgData name="David Ellis" userId="53c82bd7-0e73-48cf-aefa-af1f338f0557" providerId="ADAL" clId="{0B5AAB18-39D6-4671-9726-EFEE541FCFAF}" dt="2026-03-17T10:44:34.963" v="806"/>
          <ac:picMkLst>
            <pc:docMk/>
            <pc:sldMk cId="511578583" sldId="264"/>
            <ac:picMk id="5" creationId="{44FDD329-3D9E-AB51-9E1A-9CEA16547B8C}"/>
          </ac:picMkLst>
        </pc:picChg>
        <pc:picChg chg="add mod ord">
          <ac:chgData name="David Ellis" userId="53c82bd7-0e73-48cf-aefa-af1f338f0557" providerId="ADAL" clId="{0B5AAB18-39D6-4671-9726-EFEE541FCFAF}" dt="2026-03-17T10:45:26.436" v="823" actId="1076"/>
          <ac:picMkLst>
            <pc:docMk/>
            <pc:sldMk cId="511578583" sldId="264"/>
            <ac:picMk id="7" creationId="{90214FD7-308A-9078-AEF7-9DB53BE51D90}"/>
          </ac:picMkLst>
        </pc:picChg>
      </pc:sldChg>
      <pc:sldChg chg="addSp delSp modSp new mod modAnim">
        <pc:chgData name="David Ellis" userId="53c82bd7-0e73-48cf-aefa-af1f338f0557" providerId="ADAL" clId="{0B5AAB18-39D6-4671-9726-EFEE541FCFAF}" dt="2026-03-19T21:03:27.528" v="4937"/>
        <pc:sldMkLst>
          <pc:docMk/>
          <pc:sldMk cId="1650776849" sldId="265"/>
        </pc:sldMkLst>
        <pc:spChg chg="mod">
          <ac:chgData name="David Ellis" userId="53c82bd7-0e73-48cf-aefa-af1f338f0557" providerId="ADAL" clId="{0B5AAB18-39D6-4671-9726-EFEE541FCFAF}" dt="2026-03-17T10:53:36.562" v="1040" actId="20577"/>
          <ac:spMkLst>
            <pc:docMk/>
            <pc:sldMk cId="1650776849" sldId="265"/>
            <ac:spMk id="2" creationId="{07DAA1C7-15E1-3CAB-05E0-524AC47D0E4B}"/>
          </ac:spMkLst>
        </pc:spChg>
        <pc:spChg chg="add mod">
          <ac:chgData name="David Ellis" userId="53c82bd7-0e73-48cf-aefa-af1f338f0557" providerId="ADAL" clId="{0B5AAB18-39D6-4671-9726-EFEE541FCFAF}" dt="2026-03-17T10:55:04.712" v="1073" actId="1076"/>
          <ac:spMkLst>
            <pc:docMk/>
            <pc:sldMk cId="1650776849" sldId="265"/>
            <ac:spMk id="4" creationId="{E79DDACE-5AC8-981D-CD14-BD36F55ABA00}"/>
          </ac:spMkLst>
        </pc:spChg>
        <pc:spChg chg="add mod">
          <ac:chgData name="David Ellis" userId="53c82bd7-0e73-48cf-aefa-af1f338f0557" providerId="ADAL" clId="{0B5AAB18-39D6-4671-9726-EFEE541FCFAF}" dt="2026-03-17T10:56:28.860" v="1087" actId="113"/>
          <ac:spMkLst>
            <pc:docMk/>
            <pc:sldMk cId="1650776849" sldId="265"/>
            <ac:spMk id="6" creationId="{C3163B6E-A5B3-8399-02B2-35AD6784A7E8}"/>
          </ac:spMkLst>
        </pc:spChg>
        <pc:picChg chg="add mod">
          <ac:chgData name="David Ellis" userId="53c82bd7-0e73-48cf-aefa-af1f338f0557" providerId="ADAL" clId="{0B5AAB18-39D6-4671-9726-EFEE541FCFAF}" dt="2026-03-17T10:56:38.722" v="1088"/>
          <ac:picMkLst>
            <pc:docMk/>
            <pc:sldMk cId="1650776849" sldId="265"/>
            <ac:picMk id="7" creationId="{F8E8AC0C-20FA-622A-1D81-AACB42BF1644}"/>
          </ac:picMkLst>
        </pc:picChg>
      </pc:sldChg>
      <pc:sldChg chg="addSp delSp modSp new mod">
        <pc:chgData name="David Ellis" userId="53c82bd7-0e73-48cf-aefa-af1f338f0557" providerId="ADAL" clId="{0B5AAB18-39D6-4671-9726-EFEE541FCFAF}" dt="2026-03-20T08:38:53.137" v="5746"/>
        <pc:sldMkLst>
          <pc:docMk/>
          <pc:sldMk cId="2424082749" sldId="266"/>
        </pc:sldMkLst>
        <pc:spChg chg="mod">
          <ac:chgData name="David Ellis" userId="53c82bd7-0e73-48cf-aefa-af1f338f0557" providerId="ADAL" clId="{0B5AAB18-39D6-4671-9726-EFEE541FCFAF}" dt="2026-03-19T15:37:28.054" v="3100" actId="20577"/>
          <ac:spMkLst>
            <pc:docMk/>
            <pc:sldMk cId="2424082749" sldId="266"/>
            <ac:spMk id="2" creationId="{A2A3DC0B-C381-5ECE-E2A6-561329BDFF3E}"/>
          </ac:spMkLst>
        </pc:spChg>
        <pc:spChg chg="ord">
          <ac:chgData name="David Ellis" userId="53c82bd7-0e73-48cf-aefa-af1f338f0557" providerId="ADAL" clId="{0B5AAB18-39D6-4671-9726-EFEE541FCFAF}" dt="2026-03-19T15:56:21.841" v="3843" actId="166"/>
          <ac:spMkLst>
            <pc:docMk/>
            <pc:sldMk cId="2424082749" sldId="266"/>
            <ac:spMk id="4" creationId="{4112BD6F-613B-A883-68BF-2C97671D7B94}"/>
          </ac:spMkLst>
        </pc:spChg>
        <pc:spChg chg="add del mod">
          <ac:chgData name="David Ellis" userId="53c82bd7-0e73-48cf-aefa-af1f338f0557" providerId="ADAL" clId="{0B5AAB18-39D6-4671-9726-EFEE541FCFAF}" dt="2026-03-19T15:39:54.930" v="3137" actId="21"/>
          <ac:spMkLst>
            <pc:docMk/>
            <pc:sldMk cId="2424082749" sldId="266"/>
            <ac:spMk id="5" creationId="{BC09E73B-8165-5DCB-78F2-25C0F56989D6}"/>
          </ac:spMkLst>
        </pc:spChg>
        <pc:spChg chg="add mod">
          <ac:chgData name="David Ellis" userId="53c82bd7-0e73-48cf-aefa-af1f338f0557" providerId="ADAL" clId="{0B5AAB18-39D6-4671-9726-EFEE541FCFAF}" dt="2026-03-19T15:39:12.197" v="3131" actId="14861"/>
          <ac:spMkLst>
            <pc:docMk/>
            <pc:sldMk cId="2424082749" sldId="266"/>
            <ac:spMk id="14" creationId="{A0C183E7-C75A-B4DE-95D0-809995004521}"/>
          </ac:spMkLst>
        </pc:spChg>
        <pc:spChg chg="mod">
          <ac:chgData name="David Ellis" userId="53c82bd7-0e73-48cf-aefa-af1f338f0557" providerId="ADAL" clId="{0B5AAB18-39D6-4671-9726-EFEE541FCFAF}" dt="2026-03-19T15:40:09.618" v="3140" actId="1076"/>
          <ac:spMkLst>
            <pc:docMk/>
            <pc:sldMk cId="2424082749" sldId="266"/>
            <ac:spMk id="18" creationId="{5E030119-94D6-43FF-9680-599225D0469E}"/>
          </ac:spMkLst>
        </pc:spChg>
        <pc:spChg chg="add mod">
          <ac:chgData name="David Ellis" userId="53c82bd7-0e73-48cf-aefa-af1f338f0557" providerId="ADAL" clId="{0B5AAB18-39D6-4671-9726-EFEE541FCFAF}" dt="2026-03-20T08:38:45.088" v="5743"/>
          <ac:spMkLst>
            <pc:docMk/>
            <pc:sldMk cId="2424082749" sldId="266"/>
            <ac:spMk id="23" creationId="{42414205-9F48-3AE6-D550-DCBF9BE4D60D}"/>
          </ac:spMkLst>
        </pc:spChg>
        <pc:spChg chg="add mod">
          <ac:chgData name="David Ellis" userId="53c82bd7-0e73-48cf-aefa-af1f338f0557" providerId="ADAL" clId="{0B5AAB18-39D6-4671-9726-EFEE541FCFAF}" dt="2026-03-19T15:39:12.197" v="3131" actId="14861"/>
          <ac:spMkLst>
            <pc:docMk/>
            <pc:sldMk cId="2424082749" sldId="266"/>
            <ac:spMk id="24" creationId="{78C708DA-2BC4-B871-4944-964A4B227E83}"/>
          </ac:spMkLst>
        </pc:spChg>
        <pc:spChg chg="add mod">
          <ac:chgData name="David Ellis" userId="53c82bd7-0e73-48cf-aefa-af1f338f0557" providerId="ADAL" clId="{0B5AAB18-39D6-4671-9726-EFEE541FCFAF}" dt="2026-03-20T08:38:53.137" v="5746"/>
          <ac:spMkLst>
            <pc:docMk/>
            <pc:sldMk cId="2424082749" sldId="266"/>
            <ac:spMk id="27" creationId="{06D9081B-ECB2-62B6-A6D3-7584CDFD3B07}"/>
          </ac:spMkLst>
        </pc:spChg>
        <pc:spChg chg="mod">
          <ac:chgData name="David Ellis" userId="53c82bd7-0e73-48cf-aefa-af1f338f0557" providerId="ADAL" clId="{0B5AAB18-39D6-4671-9726-EFEE541FCFAF}" dt="2026-03-19T15:39:15.477" v="3132" actId="208"/>
          <ac:spMkLst>
            <pc:docMk/>
            <pc:sldMk cId="2424082749" sldId="266"/>
            <ac:spMk id="50" creationId="{2AD89D66-ADC3-B4D8-E83C-4AC2B383BB6B}"/>
          </ac:spMkLst>
        </pc:spChg>
        <pc:spChg chg="add mod">
          <ac:chgData name="David Ellis" userId="53c82bd7-0e73-48cf-aefa-af1f338f0557" providerId="ADAL" clId="{0B5AAB18-39D6-4671-9726-EFEE541FCFAF}" dt="2026-03-19T15:39:12.197" v="3131" actId="14861"/>
          <ac:spMkLst>
            <pc:docMk/>
            <pc:sldMk cId="2424082749" sldId="266"/>
            <ac:spMk id="51" creationId="{771936E2-0B33-C9D2-67D6-DB71959D6C84}"/>
          </ac:spMkLst>
        </pc:spChg>
        <pc:spChg chg="add mod">
          <ac:chgData name="David Ellis" userId="53c82bd7-0e73-48cf-aefa-af1f338f0557" providerId="ADAL" clId="{0B5AAB18-39D6-4671-9726-EFEE541FCFAF}" dt="2026-03-19T15:39:12.197" v="3131" actId="14861"/>
          <ac:spMkLst>
            <pc:docMk/>
            <pc:sldMk cId="2424082749" sldId="266"/>
            <ac:spMk id="52" creationId="{1B124A9F-55C2-8543-6DE3-E5B7DF15DE2D}"/>
          </ac:spMkLst>
        </pc:spChg>
        <pc:spChg chg="add mod ord">
          <ac:chgData name="David Ellis" userId="53c82bd7-0e73-48cf-aefa-af1f338f0557" providerId="ADAL" clId="{0B5AAB18-39D6-4671-9726-EFEE541FCFAF}" dt="2026-03-19T15:40:26.146" v="3146" actId="1076"/>
          <ac:spMkLst>
            <pc:docMk/>
            <pc:sldMk cId="2424082749" sldId="266"/>
            <ac:spMk id="53" creationId="{D4C4FDBA-62C5-88EE-BE7A-C9C007AD4316}"/>
          </ac:spMkLst>
        </pc:spChg>
        <pc:spChg chg="add mod">
          <ac:chgData name="David Ellis" userId="53c82bd7-0e73-48cf-aefa-af1f338f0557" providerId="ADAL" clId="{0B5AAB18-39D6-4671-9726-EFEE541FCFAF}" dt="2026-03-19T15:40:34.328" v="3147" actId="1076"/>
          <ac:spMkLst>
            <pc:docMk/>
            <pc:sldMk cId="2424082749" sldId="266"/>
            <ac:spMk id="54" creationId="{A7C39C92-2F2B-B26F-F997-13DE0EEED5C5}"/>
          </ac:spMkLst>
        </pc:spChg>
        <pc:spChg chg="add mod">
          <ac:chgData name="David Ellis" userId="53c82bd7-0e73-48cf-aefa-af1f338f0557" providerId="ADAL" clId="{0B5AAB18-39D6-4671-9726-EFEE541FCFAF}" dt="2026-03-19T15:44:01.278" v="3240"/>
          <ac:spMkLst>
            <pc:docMk/>
            <pc:sldMk cId="2424082749" sldId="266"/>
            <ac:spMk id="56" creationId="{3C9476F5-4977-AE6A-210C-4ED593E24128}"/>
          </ac:spMkLst>
        </pc:spChg>
        <pc:spChg chg="add mod ord">
          <ac:chgData name="David Ellis" userId="53c82bd7-0e73-48cf-aefa-af1f338f0557" providerId="ADAL" clId="{0B5AAB18-39D6-4671-9726-EFEE541FCFAF}" dt="2026-03-19T21:20:37.806" v="5513" actId="167"/>
          <ac:spMkLst>
            <pc:docMk/>
            <pc:sldMk cId="2424082749" sldId="266"/>
            <ac:spMk id="57" creationId="{E07F90B0-129A-7EBA-5C15-346CEE50F026}"/>
          </ac:spMkLst>
        </pc:spChg>
        <pc:cxnChg chg="add mod">
          <ac:chgData name="David Ellis" userId="53c82bd7-0e73-48cf-aefa-af1f338f0557" providerId="ADAL" clId="{0B5AAB18-39D6-4671-9726-EFEE541FCFAF}" dt="2026-03-20T08:38:45.088" v="5743"/>
          <ac:cxnSpMkLst>
            <pc:docMk/>
            <pc:sldMk cId="2424082749" sldId="266"/>
            <ac:cxnSpMk id="7" creationId="{2D8A7E6A-92BE-C5FB-9529-78BC8B09BE34}"/>
          </ac:cxnSpMkLst>
        </pc:cxnChg>
      </pc:sldChg>
      <pc:sldChg chg="addSp delSp modSp add mod">
        <pc:chgData name="David Ellis" userId="53c82bd7-0e73-48cf-aefa-af1f338f0557" providerId="ADAL" clId="{0B5AAB18-39D6-4671-9726-EFEE541FCFAF}" dt="2026-03-19T20:59:08.553" v="4925" actId="478"/>
        <pc:sldMkLst>
          <pc:docMk/>
          <pc:sldMk cId="515614932" sldId="267"/>
        </pc:sldMkLst>
        <pc:spChg chg="mod">
          <ac:chgData name="David Ellis" userId="53c82bd7-0e73-48cf-aefa-af1f338f0557" providerId="ADAL" clId="{0B5AAB18-39D6-4671-9726-EFEE541FCFAF}" dt="2026-03-17T11:29:58.682" v="1177"/>
          <ac:spMkLst>
            <pc:docMk/>
            <pc:sldMk cId="515614932" sldId="267"/>
            <ac:spMk id="2" creationId="{1816CF5E-92F3-EABF-3F97-B6EA6A676F56}"/>
          </ac:spMkLst>
        </pc:spChg>
      </pc:sldChg>
      <pc:sldChg chg="addSp delSp modSp new mod modTransition modAnim">
        <pc:chgData name="David Ellis" userId="53c82bd7-0e73-48cf-aefa-af1f338f0557" providerId="ADAL" clId="{0B5AAB18-39D6-4671-9726-EFEE541FCFAF}" dt="2026-03-19T13:32:08.586" v="2381"/>
        <pc:sldMkLst>
          <pc:docMk/>
          <pc:sldMk cId="3919444838" sldId="268"/>
        </pc:sldMkLst>
        <pc:spChg chg="mod">
          <ac:chgData name="David Ellis" userId="53c82bd7-0e73-48cf-aefa-af1f338f0557" providerId="ADAL" clId="{0B5AAB18-39D6-4671-9726-EFEE541FCFAF}" dt="2026-03-17T11:41:03.446" v="1254" actId="20577"/>
          <ac:spMkLst>
            <pc:docMk/>
            <pc:sldMk cId="3919444838" sldId="268"/>
            <ac:spMk id="2" creationId="{D5E408EF-13A0-8431-C254-50A6B4DB8C3C}"/>
          </ac:spMkLst>
        </pc:spChg>
        <pc:spChg chg="mod">
          <ac:chgData name="David Ellis" userId="53c82bd7-0e73-48cf-aefa-af1f338f0557" providerId="ADAL" clId="{0B5AAB18-39D6-4671-9726-EFEE541FCFAF}" dt="2026-03-17T12:21:40.729" v="1476" actId="255"/>
          <ac:spMkLst>
            <pc:docMk/>
            <pc:sldMk cId="3919444838" sldId="268"/>
            <ac:spMk id="3" creationId="{CD526B01-E105-4DCF-AB27-060E71EA3D8E}"/>
          </ac:spMkLst>
        </pc:spChg>
        <pc:spChg chg="mod">
          <ac:chgData name="David Ellis" userId="53c82bd7-0e73-48cf-aefa-af1f338f0557" providerId="ADAL" clId="{0B5AAB18-39D6-4671-9726-EFEE541FCFAF}" dt="2026-03-17T11:41:09.838" v="1267" actId="20577"/>
          <ac:spMkLst>
            <pc:docMk/>
            <pc:sldMk cId="3919444838" sldId="268"/>
            <ac:spMk id="4" creationId="{EB1FD910-C1BF-5FD1-117F-63A5875ACBB3}"/>
          </ac:spMkLst>
        </pc:spChg>
        <pc:spChg chg="mod">
          <ac:chgData name="David Ellis" userId="53c82bd7-0e73-48cf-aefa-af1f338f0557" providerId="ADAL" clId="{0B5AAB18-39D6-4671-9726-EFEE541FCFAF}" dt="2026-03-17T12:22:05.318" v="1486" actId="255"/>
          <ac:spMkLst>
            <pc:docMk/>
            <pc:sldMk cId="3919444838" sldId="268"/>
            <ac:spMk id="5" creationId="{22E9DC09-F2F1-D7CE-987F-22FBAFC574E5}"/>
          </ac:spMkLst>
        </pc:spChg>
        <pc:picChg chg="add mod">
          <ac:chgData name="David Ellis" userId="53c82bd7-0e73-48cf-aefa-af1f338f0557" providerId="ADAL" clId="{0B5AAB18-39D6-4671-9726-EFEE541FCFAF}" dt="2026-03-17T11:41:14.873" v="1268"/>
          <ac:picMkLst>
            <pc:docMk/>
            <pc:sldMk cId="3919444838" sldId="268"/>
            <ac:picMk id="7" creationId="{5D5F5AEA-5727-7502-3407-4129B5E20AFB}"/>
          </ac:picMkLst>
        </pc:picChg>
      </pc:sldChg>
      <pc:sldChg chg="modSp add mod modAnim">
        <pc:chgData name="David Ellis" userId="53c82bd7-0e73-48cf-aefa-af1f338f0557" providerId="ADAL" clId="{0B5AAB18-39D6-4671-9726-EFEE541FCFAF}" dt="2026-03-19T13:31:52.726" v="2378"/>
        <pc:sldMkLst>
          <pc:docMk/>
          <pc:sldMk cId="2785285442" sldId="269"/>
        </pc:sldMkLst>
        <pc:spChg chg="mod">
          <ac:chgData name="David Ellis" userId="53c82bd7-0e73-48cf-aefa-af1f338f0557" providerId="ADAL" clId="{0B5AAB18-39D6-4671-9726-EFEE541FCFAF}" dt="2026-03-17T11:41:29.457" v="1271"/>
          <ac:spMkLst>
            <pc:docMk/>
            <pc:sldMk cId="2785285442" sldId="269"/>
            <ac:spMk id="2" creationId="{AFCD7378-5ED1-6A10-8D39-1E874E152448}"/>
          </ac:spMkLst>
        </pc:spChg>
        <pc:spChg chg="mod">
          <ac:chgData name="David Ellis" userId="53c82bd7-0e73-48cf-aefa-af1f338f0557" providerId="ADAL" clId="{0B5AAB18-39D6-4671-9726-EFEE541FCFAF}" dt="2026-03-17T12:21:31.555" v="1475" actId="404"/>
          <ac:spMkLst>
            <pc:docMk/>
            <pc:sldMk cId="2785285442" sldId="269"/>
            <ac:spMk id="3" creationId="{41D93E60-EB17-37E8-4723-EA3BFCE814CC}"/>
          </ac:spMkLst>
        </pc:spChg>
        <pc:spChg chg="mod">
          <ac:chgData name="David Ellis" userId="53c82bd7-0e73-48cf-aefa-af1f338f0557" providerId="ADAL" clId="{0B5AAB18-39D6-4671-9726-EFEE541FCFAF}" dt="2026-03-17T11:41:36.916" v="1272"/>
          <ac:spMkLst>
            <pc:docMk/>
            <pc:sldMk cId="2785285442" sldId="269"/>
            <ac:spMk id="4" creationId="{30EFE293-ECE2-1323-F57E-861EB881E0F2}"/>
          </ac:spMkLst>
        </pc:spChg>
        <pc:spChg chg="mod">
          <ac:chgData name="David Ellis" userId="53c82bd7-0e73-48cf-aefa-af1f338f0557" providerId="ADAL" clId="{0B5AAB18-39D6-4671-9726-EFEE541FCFAF}" dt="2026-03-17T12:22:16.296" v="1487" actId="20577"/>
          <ac:spMkLst>
            <pc:docMk/>
            <pc:sldMk cId="2785285442" sldId="269"/>
            <ac:spMk id="5" creationId="{8870C069-C9BB-80C6-20E4-CECD37E3A9A5}"/>
          </ac:spMkLst>
        </pc:spChg>
      </pc:sldChg>
      <pc:sldChg chg="modSp add mod modAnim">
        <pc:chgData name="David Ellis" userId="53c82bd7-0e73-48cf-aefa-af1f338f0557" providerId="ADAL" clId="{0B5AAB18-39D6-4671-9726-EFEE541FCFAF}" dt="2026-03-19T13:32:35.152" v="2382"/>
        <pc:sldMkLst>
          <pc:docMk/>
          <pc:sldMk cId="1855712008" sldId="270"/>
        </pc:sldMkLst>
        <pc:spChg chg="mod">
          <ac:chgData name="David Ellis" userId="53c82bd7-0e73-48cf-aefa-af1f338f0557" providerId="ADAL" clId="{0B5AAB18-39D6-4671-9726-EFEE541FCFAF}" dt="2026-03-17T11:41:52.959" v="1282" actId="20577"/>
          <ac:spMkLst>
            <pc:docMk/>
            <pc:sldMk cId="1855712008" sldId="270"/>
            <ac:spMk id="2" creationId="{4D5693A9-4256-442C-8BFA-DDCE97F216C4}"/>
          </ac:spMkLst>
        </pc:spChg>
        <pc:spChg chg="mod">
          <ac:chgData name="David Ellis" userId="53c82bd7-0e73-48cf-aefa-af1f338f0557" providerId="ADAL" clId="{0B5AAB18-39D6-4671-9726-EFEE541FCFAF}" dt="2026-03-17T12:22:56.147" v="1500" actId="27636"/>
          <ac:spMkLst>
            <pc:docMk/>
            <pc:sldMk cId="1855712008" sldId="270"/>
            <ac:spMk id="3" creationId="{A82A3F5B-78A4-160C-95B6-DD422CE05100}"/>
          </ac:spMkLst>
        </pc:spChg>
        <pc:spChg chg="mod">
          <ac:chgData name="David Ellis" userId="53c82bd7-0e73-48cf-aefa-af1f338f0557" providerId="ADAL" clId="{0B5AAB18-39D6-4671-9726-EFEE541FCFAF}" dt="2026-03-17T11:41:59.704" v="1301" actId="20577"/>
          <ac:spMkLst>
            <pc:docMk/>
            <pc:sldMk cId="1855712008" sldId="270"/>
            <ac:spMk id="4" creationId="{F9454120-0EE8-7369-C6A8-341D1D3A4872}"/>
          </ac:spMkLst>
        </pc:spChg>
        <pc:spChg chg="mod">
          <ac:chgData name="David Ellis" userId="53c82bd7-0e73-48cf-aefa-af1f338f0557" providerId="ADAL" clId="{0B5AAB18-39D6-4671-9726-EFEE541FCFAF}" dt="2026-03-17T12:23:40.051" v="1571" actId="255"/>
          <ac:spMkLst>
            <pc:docMk/>
            <pc:sldMk cId="1855712008" sldId="270"/>
            <ac:spMk id="5" creationId="{A258AF57-A379-A45C-F752-E99601F3FE01}"/>
          </ac:spMkLst>
        </pc:spChg>
      </pc:sldChg>
      <pc:sldChg chg="addSp delSp modSp new mod ord">
        <pc:chgData name="David Ellis" userId="53c82bd7-0e73-48cf-aefa-af1f338f0557" providerId="ADAL" clId="{0B5AAB18-39D6-4671-9726-EFEE541FCFAF}" dt="2026-03-19T21:27:37.110" v="5517" actId="14100"/>
        <pc:sldMkLst>
          <pc:docMk/>
          <pc:sldMk cId="1039825810" sldId="271"/>
        </pc:sldMkLst>
        <pc:spChg chg="mod">
          <ac:chgData name="David Ellis" userId="53c82bd7-0e73-48cf-aefa-af1f338f0557" providerId="ADAL" clId="{0B5AAB18-39D6-4671-9726-EFEE541FCFAF}" dt="2026-03-19T16:02:55.871" v="4263" actId="14100"/>
          <ac:spMkLst>
            <pc:docMk/>
            <pc:sldMk cId="1039825810" sldId="271"/>
            <ac:spMk id="2" creationId="{6AB77082-0E32-B995-BCD1-A651C366C005}"/>
          </ac:spMkLst>
        </pc:spChg>
        <pc:spChg chg="add mod">
          <ac:chgData name="David Ellis" userId="53c82bd7-0e73-48cf-aefa-af1f338f0557" providerId="ADAL" clId="{0B5AAB18-39D6-4671-9726-EFEE541FCFAF}" dt="2026-03-19T21:27:37.110" v="5517" actId="14100"/>
          <ac:spMkLst>
            <pc:docMk/>
            <pc:sldMk cId="1039825810" sldId="271"/>
            <ac:spMk id="10" creationId="{CE35EEC6-0C6D-21B6-9C5E-4E8F096F5D59}"/>
          </ac:spMkLst>
        </pc:spChg>
        <pc:spChg chg="add mod">
          <ac:chgData name="David Ellis" userId="53c82bd7-0e73-48cf-aefa-af1f338f0557" providerId="ADAL" clId="{0B5AAB18-39D6-4671-9726-EFEE541FCFAF}" dt="2026-03-19T21:27:14.924" v="5516" actId="207"/>
          <ac:spMkLst>
            <pc:docMk/>
            <pc:sldMk cId="1039825810" sldId="271"/>
            <ac:spMk id="11" creationId="{ECAADE38-3124-6ED4-5AE7-FA9CD98DCE26}"/>
          </ac:spMkLst>
        </pc:spChg>
        <pc:picChg chg="add mod">
          <ac:chgData name="David Ellis" userId="53c82bd7-0e73-48cf-aefa-af1f338f0557" providerId="ADAL" clId="{0B5AAB18-39D6-4671-9726-EFEE541FCFAF}" dt="2026-03-19T16:19:16.016" v="4921" actId="1076"/>
          <ac:picMkLst>
            <pc:docMk/>
            <pc:sldMk cId="1039825810" sldId="271"/>
            <ac:picMk id="9" creationId="{A538A4C2-DEEA-517E-3D5E-B391D72C5FD9}"/>
          </ac:picMkLst>
        </pc:picChg>
      </pc:sldChg>
      <pc:sldChg chg="modSp add mod">
        <pc:chgData name="David Ellis" userId="53c82bd7-0e73-48cf-aefa-af1f338f0557" providerId="ADAL" clId="{0B5AAB18-39D6-4671-9726-EFEE541FCFAF}" dt="2026-03-19T14:58:47.179" v="2775" actId="1076"/>
        <pc:sldMkLst>
          <pc:docMk/>
          <pc:sldMk cId="2412781365" sldId="273"/>
        </pc:sldMkLst>
        <pc:spChg chg="mod">
          <ac:chgData name="David Ellis" userId="53c82bd7-0e73-48cf-aefa-af1f338f0557" providerId="ADAL" clId="{0B5AAB18-39D6-4671-9726-EFEE541FCFAF}" dt="2026-03-19T14:58:47.179" v="2775" actId="1076"/>
          <ac:spMkLst>
            <pc:docMk/>
            <pc:sldMk cId="2412781365" sldId="273"/>
            <ac:spMk id="3" creationId="{033CB36F-87AD-3982-9DA1-7833912EEB6B}"/>
          </ac:spMkLst>
        </pc:spChg>
      </pc:sldChg>
      <pc:sldChg chg="modSp add mod">
        <pc:chgData name="David Ellis" userId="53c82bd7-0e73-48cf-aefa-af1f338f0557" providerId="ADAL" clId="{0B5AAB18-39D6-4671-9726-EFEE541FCFAF}" dt="2026-03-19T10:41:26.397" v="1772" actId="20577"/>
        <pc:sldMkLst>
          <pc:docMk/>
          <pc:sldMk cId="2384552879" sldId="274"/>
        </pc:sldMkLst>
        <pc:spChg chg="mod">
          <ac:chgData name="David Ellis" userId="53c82bd7-0e73-48cf-aefa-af1f338f0557" providerId="ADAL" clId="{0B5AAB18-39D6-4671-9726-EFEE541FCFAF}" dt="2026-03-19T10:41:26.397" v="1772" actId="20577"/>
          <ac:spMkLst>
            <pc:docMk/>
            <pc:sldMk cId="2384552879" sldId="274"/>
            <ac:spMk id="2" creationId="{94139597-4B44-D7E9-121C-466460861843}"/>
          </ac:spMkLst>
        </pc:spChg>
      </pc:sldChg>
      <pc:sldChg chg="addSp delSp modSp add mod modAnim">
        <pc:chgData name="David Ellis" userId="53c82bd7-0e73-48cf-aefa-af1f338f0557" providerId="ADAL" clId="{0B5AAB18-39D6-4671-9726-EFEE541FCFAF}" dt="2026-03-19T21:09:46.608" v="5423"/>
        <pc:sldMkLst>
          <pc:docMk/>
          <pc:sldMk cId="525752735" sldId="275"/>
        </pc:sldMkLst>
        <pc:spChg chg="mod">
          <ac:chgData name="David Ellis" userId="53c82bd7-0e73-48cf-aefa-af1f338f0557" providerId="ADAL" clId="{0B5AAB18-39D6-4671-9726-EFEE541FCFAF}" dt="2026-03-19T11:11:55.261" v="2202" actId="20577"/>
          <ac:spMkLst>
            <pc:docMk/>
            <pc:sldMk cId="525752735" sldId="275"/>
            <ac:spMk id="2" creationId="{7F9A73A1-37ED-1E06-C185-41E7603E1CC4}"/>
          </ac:spMkLst>
        </pc:spChg>
        <pc:spChg chg="add mod">
          <ac:chgData name="David Ellis" userId="53c82bd7-0e73-48cf-aefa-af1f338f0557" providerId="ADAL" clId="{0B5AAB18-39D6-4671-9726-EFEE541FCFAF}" dt="2026-03-19T11:47:15.506" v="2354" actId="1076"/>
          <ac:spMkLst>
            <pc:docMk/>
            <pc:sldMk cId="525752735" sldId="275"/>
            <ac:spMk id="5" creationId="{30B1FD1C-01FE-E8C6-0D38-869B205B9FF7}"/>
          </ac:spMkLst>
        </pc:spChg>
        <pc:spChg chg="mod">
          <ac:chgData name="David Ellis" userId="53c82bd7-0e73-48cf-aefa-af1f338f0557" providerId="ADAL" clId="{0B5AAB18-39D6-4671-9726-EFEE541FCFAF}" dt="2026-03-19T10:55:15.235" v="2037" actId="1076"/>
          <ac:spMkLst>
            <pc:docMk/>
            <pc:sldMk cId="525752735" sldId="275"/>
            <ac:spMk id="6" creationId="{1D91D741-B15E-95AB-76B3-70BBCFC61134}"/>
          </ac:spMkLst>
        </pc:spChg>
        <pc:spChg chg="add mod">
          <ac:chgData name="David Ellis" userId="53c82bd7-0e73-48cf-aefa-af1f338f0557" providerId="ADAL" clId="{0B5AAB18-39D6-4671-9726-EFEE541FCFAF}" dt="2026-03-19T11:47:15.506" v="2354" actId="1076"/>
          <ac:spMkLst>
            <pc:docMk/>
            <pc:sldMk cId="525752735" sldId="275"/>
            <ac:spMk id="13" creationId="{503FCD53-BA7F-F3FF-3C10-AE1805BD1F21}"/>
          </ac:spMkLst>
        </pc:spChg>
        <pc:spChg chg="add mod">
          <ac:chgData name="David Ellis" userId="53c82bd7-0e73-48cf-aefa-af1f338f0557" providerId="ADAL" clId="{0B5AAB18-39D6-4671-9726-EFEE541FCFAF}" dt="2026-03-19T11:47:15.506" v="2354" actId="1076"/>
          <ac:spMkLst>
            <pc:docMk/>
            <pc:sldMk cId="525752735" sldId="275"/>
            <ac:spMk id="14" creationId="{A8E7FA63-888D-D2AC-52A7-6E499DD69128}"/>
          </ac:spMkLst>
        </pc:spChg>
        <pc:spChg chg="add mod">
          <ac:chgData name="David Ellis" userId="53c82bd7-0e73-48cf-aefa-af1f338f0557" providerId="ADAL" clId="{0B5AAB18-39D6-4671-9726-EFEE541FCFAF}" dt="2026-03-19T11:47:15.506" v="2354" actId="1076"/>
          <ac:spMkLst>
            <pc:docMk/>
            <pc:sldMk cId="525752735" sldId="275"/>
            <ac:spMk id="15" creationId="{0D1F3CA2-54E7-27E0-C848-1AEEA72C4EF6}"/>
          </ac:spMkLst>
        </pc:spChg>
        <pc:spChg chg="add mod ord">
          <ac:chgData name="David Ellis" userId="53c82bd7-0e73-48cf-aefa-af1f338f0557" providerId="ADAL" clId="{0B5AAB18-39D6-4671-9726-EFEE541FCFAF}" dt="2026-03-19T11:41:30.791" v="2287" actId="1076"/>
          <ac:spMkLst>
            <pc:docMk/>
            <pc:sldMk cId="525752735" sldId="275"/>
            <ac:spMk id="16" creationId="{02608973-E763-B519-D3A1-52F1637CF2ED}"/>
          </ac:spMkLst>
        </pc:spChg>
        <pc:spChg chg="add mod ord">
          <ac:chgData name="David Ellis" userId="53c82bd7-0e73-48cf-aefa-af1f338f0557" providerId="ADAL" clId="{0B5AAB18-39D6-4671-9726-EFEE541FCFAF}" dt="2026-03-19T11:47:15.506" v="2354" actId="1076"/>
          <ac:spMkLst>
            <pc:docMk/>
            <pc:sldMk cId="525752735" sldId="275"/>
            <ac:spMk id="20" creationId="{FF787D74-9536-EB2D-BFED-1556338EC4C9}"/>
          </ac:spMkLst>
        </pc:spChg>
        <pc:spChg chg="add mod">
          <ac:chgData name="David Ellis" userId="53c82bd7-0e73-48cf-aefa-af1f338f0557" providerId="ADAL" clId="{0B5AAB18-39D6-4671-9726-EFEE541FCFAF}" dt="2026-03-19T11:47:15.506" v="2354" actId="1076"/>
          <ac:spMkLst>
            <pc:docMk/>
            <pc:sldMk cId="525752735" sldId="275"/>
            <ac:spMk id="22" creationId="{574916BA-A66C-841F-05FF-E3963474A341}"/>
          </ac:spMkLst>
        </pc:spChg>
        <pc:spChg chg="add mod">
          <ac:chgData name="David Ellis" userId="53c82bd7-0e73-48cf-aefa-af1f338f0557" providerId="ADAL" clId="{0B5AAB18-39D6-4671-9726-EFEE541FCFAF}" dt="2026-03-19T11:47:15.506" v="2354" actId="1076"/>
          <ac:spMkLst>
            <pc:docMk/>
            <pc:sldMk cId="525752735" sldId="275"/>
            <ac:spMk id="23" creationId="{55D2001F-D320-010B-A0B9-1FAE88F848C4}"/>
          </ac:spMkLst>
        </pc:spChg>
        <pc:spChg chg="add mod">
          <ac:chgData name="David Ellis" userId="53c82bd7-0e73-48cf-aefa-af1f338f0557" providerId="ADAL" clId="{0B5AAB18-39D6-4671-9726-EFEE541FCFAF}" dt="2026-03-19T11:06:52.422" v="2155" actId="1076"/>
          <ac:spMkLst>
            <pc:docMk/>
            <pc:sldMk cId="525752735" sldId="275"/>
            <ac:spMk id="24" creationId="{553B0A39-FAA4-191A-9527-095F32830875}"/>
          </ac:spMkLst>
        </pc:spChg>
        <pc:spChg chg="add mod">
          <ac:chgData name="David Ellis" userId="53c82bd7-0e73-48cf-aefa-af1f338f0557" providerId="ADAL" clId="{0B5AAB18-39D6-4671-9726-EFEE541FCFAF}" dt="2026-03-19T11:47:15.506" v="2354" actId="1076"/>
          <ac:spMkLst>
            <pc:docMk/>
            <pc:sldMk cId="525752735" sldId="275"/>
            <ac:spMk id="25" creationId="{CF6F1899-D03C-A9B9-1298-5D3D36EE2C32}"/>
          </ac:spMkLst>
        </pc:spChg>
        <pc:spChg chg="add mod">
          <ac:chgData name="David Ellis" userId="53c82bd7-0e73-48cf-aefa-af1f338f0557" providerId="ADAL" clId="{0B5AAB18-39D6-4671-9726-EFEE541FCFAF}" dt="2026-03-19T11:47:15.506" v="2354" actId="1076"/>
          <ac:spMkLst>
            <pc:docMk/>
            <pc:sldMk cId="525752735" sldId="275"/>
            <ac:spMk id="26" creationId="{F0EDA37B-4902-8A47-76DA-0C500F075524}"/>
          </ac:spMkLst>
        </pc:spChg>
        <pc:spChg chg="add mod">
          <ac:chgData name="David Ellis" userId="53c82bd7-0e73-48cf-aefa-af1f338f0557" providerId="ADAL" clId="{0B5AAB18-39D6-4671-9726-EFEE541FCFAF}" dt="2026-03-19T11:42:05.342" v="2320" actId="1076"/>
          <ac:spMkLst>
            <pc:docMk/>
            <pc:sldMk cId="525752735" sldId="275"/>
            <ac:spMk id="27" creationId="{CBA77C88-81C9-25FD-88CD-BAE8E21E4E78}"/>
          </ac:spMkLst>
        </pc:spChg>
        <pc:spChg chg="add mod">
          <ac:chgData name="David Ellis" userId="53c82bd7-0e73-48cf-aefa-af1f338f0557" providerId="ADAL" clId="{0B5AAB18-39D6-4671-9726-EFEE541FCFAF}" dt="2026-03-19T11:47:15.506" v="2354" actId="1076"/>
          <ac:spMkLst>
            <pc:docMk/>
            <pc:sldMk cId="525752735" sldId="275"/>
            <ac:spMk id="28" creationId="{572EAFF4-0340-51EB-2441-EF62327E9ECC}"/>
          </ac:spMkLst>
        </pc:spChg>
        <pc:spChg chg="add mod">
          <ac:chgData name="David Ellis" userId="53c82bd7-0e73-48cf-aefa-af1f338f0557" providerId="ADAL" clId="{0B5AAB18-39D6-4671-9726-EFEE541FCFAF}" dt="2026-03-19T11:42:48.693" v="2328" actId="14100"/>
          <ac:spMkLst>
            <pc:docMk/>
            <pc:sldMk cId="525752735" sldId="275"/>
            <ac:spMk id="29" creationId="{5F018D23-3D59-2A03-BB22-031B6E61071B}"/>
          </ac:spMkLst>
        </pc:spChg>
        <pc:spChg chg="add mod">
          <ac:chgData name="David Ellis" userId="53c82bd7-0e73-48cf-aefa-af1f338f0557" providerId="ADAL" clId="{0B5AAB18-39D6-4671-9726-EFEE541FCFAF}" dt="2026-03-19T11:43:10.191" v="2332" actId="1076"/>
          <ac:spMkLst>
            <pc:docMk/>
            <pc:sldMk cId="525752735" sldId="275"/>
            <ac:spMk id="30" creationId="{FC4BDCB0-B00B-B46A-B395-582A2692275A}"/>
          </ac:spMkLst>
        </pc:spChg>
        <pc:cxnChg chg="add mod">
          <ac:chgData name="David Ellis" userId="53c82bd7-0e73-48cf-aefa-af1f338f0557" providerId="ADAL" clId="{0B5AAB18-39D6-4671-9726-EFEE541FCFAF}" dt="2026-03-19T11:04:21.656" v="2115" actId="1076"/>
          <ac:cxnSpMkLst>
            <pc:docMk/>
            <pc:sldMk cId="525752735" sldId="275"/>
            <ac:cxnSpMk id="9" creationId="{292F054D-E827-B9A8-5176-05A8251EC733}"/>
          </ac:cxnSpMkLst>
        </pc:cxnChg>
        <pc:cxnChg chg="add mod ord">
          <ac:chgData name="David Ellis" userId="53c82bd7-0e73-48cf-aefa-af1f338f0557" providerId="ADAL" clId="{0B5AAB18-39D6-4671-9726-EFEE541FCFAF}" dt="2026-03-19T11:04:21.656" v="2115" actId="1076"/>
          <ac:cxnSpMkLst>
            <pc:docMk/>
            <pc:sldMk cId="525752735" sldId="275"/>
            <ac:cxnSpMk id="10" creationId="{B9CAC791-7CD7-391D-0D82-75F8363AC19D}"/>
          </ac:cxnSpMkLst>
        </pc:cxnChg>
      </pc:sldChg>
      <pc:sldChg chg="addSp delSp modSp add del mod delAnim modAnim">
        <pc:chgData name="David Ellis" userId="53c82bd7-0e73-48cf-aefa-af1f338f0557" providerId="ADAL" clId="{0B5AAB18-39D6-4671-9726-EFEE541FCFAF}" dt="2026-03-19T21:11:43.230" v="5425"/>
        <pc:sldMkLst>
          <pc:docMk/>
          <pc:sldMk cId="3036969703" sldId="276"/>
        </pc:sldMkLst>
        <pc:spChg chg="mod">
          <ac:chgData name="David Ellis" userId="53c82bd7-0e73-48cf-aefa-af1f338f0557" providerId="ADAL" clId="{0B5AAB18-39D6-4671-9726-EFEE541FCFAF}" dt="2026-03-19T14:45:41.459" v="2687" actId="20577"/>
          <ac:spMkLst>
            <pc:docMk/>
            <pc:sldMk cId="3036969703" sldId="276"/>
            <ac:spMk id="2" creationId="{A6EBA274-500C-746E-2BC9-27DD0C85D2EA}"/>
          </ac:spMkLst>
        </pc:spChg>
        <pc:spChg chg="mod">
          <ac:chgData name="David Ellis" userId="53c82bd7-0e73-48cf-aefa-af1f338f0557" providerId="ADAL" clId="{0B5AAB18-39D6-4671-9726-EFEE541FCFAF}" dt="2026-03-19T14:08:47.797" v="2464" actId="1076"/>
          <ac:spMkLst>
            <pc:docMk/>
            <pc:sldMk cId="3036969703" sldId="276"/>
            <ac:spMk id="22" creationId="{3406C33B-3D47-9194-A942-EBB93375B67E}"/>
          </ac:spMkLst>
        </pc:spChg>
        <pc:spChg chg="add mod ord">
          <ac:chgData name="David Ellis" userId="53c82bd7-0e73-48cf-aefa-af1f338f0557" providerId="ADAL" clId="{0B5AAB18-39D6-4671-9726-EFEE541FCFAF}" dt="2026-03-19T14:08:47.797" v="2464" actId="1076"/>
          <ac:spMkLst>
            <pc:docMk/>
            <pc:sldMk cId="3036969703" sldId="276"/>
            <ac:spMk id="31" creationId="{56772E76-D704-2805-7B1E-F667FACB4CE7}"/>
          </ac:spMkLst>
        </pc:spChg>
        <pc:spChg chg="add mod ord">
          <ac:chgData name="David Ellis" userId="53c82bd7-0e73-48cf-aefa-af1f338f0557" providerId="ADAL" clId="{0B5AAB18-39D6-4671-9726-EFEE541FCFAF}" dt="2026-03-19T14:08:47.797" v="2464" actId="1076"/>
          <ac:spMkLst>
            <pc:docMk/>
            <pc:sldMk cId="3036969703" sldId="276"/>
            <ac:spMk id="32" creationId="{891FD40B-BEC0-044E-5E15-36A6AEB69AD5}"/>
          </ac:spMkLst>
        </pc:spChg>
        <pc:spChg chg="add mod">
          <ac:chgData name="David Ellis" userId="53c82bd7-0e73-48cf-aefa-af1f338f0557" providerId="ADAL" clId="{0B5AAB18-39D6-4671-9726-EFEE541FCFAF}" dt="2026-03-19T14:01:49.886" v="2404" actId="1076"/>
          <ac:spMkLst>
            <pc:docMk/>
            <pc:sldMk cId="3036969703" sldId="276"/>
            <ac:spMk id="41" creationId="{E434DD0E-269C-2A8E-2091-68941C11F461}"/>
          </ac:spMkLst>
        </pc:spChg>
        <pc:spChg chg="add mod">
          <ac:chgData name="David Ellis" userId="53c82bd7-0e73-48cf-aefa-af1f338f0557" providerId="ADAL" clId="{0B5AAB18-39D6-4671-9726-EFEE541FCFAF}" dt="2026-03-19T14:08:47.797" v="2464" actId="1076"/>
          <ac:spMkLst>
            <pc:docMk/>
            <pc:sldMk cId="3036969703" sldId="276"/>
            <ac:spMk id="44" creationId="{602CA5E9-76FF-EA88-B56D-3AF1BCA8E7AE}"/>
          </ac:spMkLst>
        </pc:spChg>
        <pc:spChg chg="add mod">
          <ac:chgData name="David Ellis" userId="53c82bd7-0e73-48cf-aefa-af1f338f0557" providerId="ADAL" clId="{0B5AAB18-39D6-4671-9726-EFEE541FCFAF}" dt="2026-03-19T14:08:47.797" v="2464" actId="1076"/>
          <ac:spMkLst>
            <pc:docMk/>
            <pc:sldMk cId="3036969703" sldId="276"/>
            <ac:spMk id="45" creationId="{709AB43F-C1E7-00A1-5EE3-D49BF27CEF36}"/>
          </ac:spMkLst>
        </pc:spChg>
        <pc:spChg chg="add mod">
          <ac:chgData name="David Ellis" userId="53c82bd7-0e73-48cf-aefa-af1f338f0557" providerId="ADAL" clId="{0B5AAB18-39D6-4671-9726-EFEE541FCFAF}" dt="2026-03-19T14:40:59.997" v="2626" actId="14100"/>
          <ac:spMkLst>
            <pc:docMk/>
            <pc:sldMk cId="3036969703" sldId="276"/>
            <ac:spMk id="48" creationId="{DBD1002B-5E0B-D072-942F-705D45416F9B}"/>
          </ac:spMkLst>
        </pc:spChg>
        <pc:spChg chg="add mod">
          <ac:chgData name="David Ellis" userId="53c82bd7-0e73-48cf-aefa-af1f338f0557" providerId="ADAL" clId="{0B5AAB18-39D6-4671-9726-EFEE541FCFAF}" dt="2026-03-19T14:40:48.785" v="2622" actId="14100"/>
          <ac:spMkLst>
            <pc:docMk/>
            <pc:sldMk cId="3036969703" sldId="276"/>
            <ac:spMk id="49" creationId="{700E8CC3-0686-5C20-980E-8873BD6298BA}"/>
          </ac:spMkLst>
        </pc:spChg>
        <pc:spChg chg="add mod ord">
          <ac:chgData name="David Ellis" userId="53c82bd7-0e73-48cf-aefa-af1f338f0557" providerId="ADAL" clId="{0B5AAB18-39D6-4671-9726-EFEE541FCFAF}" dt="2026-03-19T14:08:47.797" v="2464" actId="1076"/>
          <ac:spMkLst>
            <pc:docMk/>
            <pc:sldMk cId="3036969703" sldId="276"/>
            <ac:spMk id="52" creationId="{C4D21AFC-C68E-CBFA-F1DA-1E58067FBEA6}"/>
          </ac:spMkLst>
        </pc:spChg>
        <pc:spChg chg="add mod">
          <ac:chgData name="David Ellis" userId="53c82bd7-0e73-48cf-aefa-af1f338f0557" providerId="ADAL" clId="{0B5AAB18-39D6-4671-9726-EFEE541FCFAF}" dt="2026-03-19T14:10:51.610" v="2483" actId="1076"/>
          <ac:spMkLst>
            <pc:docMk/>
            <pc:sldMk cId="3036969703" sldId="276"/>
            <ac:spMk id="54" creationId="{77BC458A-F427-EE47-FF6C-58DD794B9DD5}"/>
          </ac:spMkLst>
        </pc:spChg>
        <pc:spChg chg="add mod">
          <ac:chgData name="David Ellis" userId="53c82bd7-0e73-48cf-aefa-af1f338f0557" providerId="ADAL" clId="{0B5AAB18-39D6-4671-9726-EFEE541FCFAF}" dt="2026-03-19T14:11:22.458" v="2525" actId="1076"/>
          <ac:spMkLst>
            <pc:docMk/>
            <pc:sldMk cId="3036969703" sldId="276"/>
            <ac:spMk id="56" creationId="{026DB996-9E6F-B61A-A69B-82DA004CB7FF}"/>
          </ac:spMkLst>
        </pc:spChg>
        <pc:spChg chg="add mod">
          <ac:chgData name="David Ellis" userId="53c82bd7-0e73-48cf-aefa-af1f338f0557" providerId="ADAL" clId="{0B5AAB18-39D6-4671-9726-EFEE541FCFAF}" dt="2026-03-19T14:42:13.095" v="2645" actId="1076"/>
          <ac:spMkLst>
            <pc:docMk/>
            <pc:sldMk cId="3036969703" sldId="276"/>
            <ac:spMk id="57" creationId="{CEB3B208-BAE9-5FDD-CF8A-51474D15EDAB}"/>
          </ac:spMkLst>
        </pc:spChg>
        <pc:spChg chg="add mod">
          <ac:chgData name="David Ellis" userId="53c82bd7-0e73-48cf-aefa-af1f338f0557" providerId="ADAL" clId="{0B5AAB18-39D6-4671-9726-EFEE541FCFAF}" dt="2026-03-19T14:43:09.507" v="2656" actId="1076"/>
          <ac:spMkLst>
            <pc:docMk/>
            <pc:sldMk cId="3036969703" sldId="276"/>
            <ac:spMk id="59" creationId="{DC16122C-178A-2753-FA23-74050239FD36}"/>
          </ac:spMkLst>
        </pc:spChg>
        <pc:spChg chg="add mod">
          <ac:chgData name="David Ellis" userId="53c82bd7-0e73-48cf-aefa-af1f338f0557" providerId="ADAL" clId="{0B5AAB18-39D6-4671-9726-EFEE541FCFAF}" dt="2026-03-19T14:40:53.866" v="2625" actId="14100"/>
          <ac:spMkLst>
            <pc:docMk/>
            <pc:sldMk cId="3036969703" sldId="276"/>
            <ac:spMk id="61" creationId="{A2D9C503-933A-4F76-5B73-582DFD42B1BB}"/>
          </ac:spMkLst>
        </pc:spChg>
        <pc:spChg chg="add mod">
          <ac:chgData name="David Ellis" userId="53c82bd7-0e73-48cf-aefa-af1f338f0557" providerId="ADAL" clId="{0B5AAB18-39D6-4671-9726-EFEE541FCFAF}" dt="2026-03-19T14:41:13.596" v="2630" actId="1076"/>
          <ac:spMkLst>
            <pc:docMk/>
            <pc:sldMk cId="3036969703" sldId="276"/>
            <ac:spMk id="62" creationId="{F6D1A021-DD1F-5211-AB10-569CE3DF25E1}"/>
          </ac:spMkLst>
        </pc:spChg>
        <pc:spChg chg="add mod ord">
          <ac:chgData name="David Ellis" userId="53c82bd7-0e73-48cf-aefa-af1f338f0557" providerId="ADAL" clId="{0B5AAB18-39D6-4671-9726-EFEE541FCFAF}" dt="2026-03-19T14:41:42.476" v="2638" actId="167"/>
          <ac:spMkLst>
            <pc:docMk/>
            <pc:sldMk cId="3036969703" sldId="276"/>
            <ac:spMk id="64" creationId="{5C281F03-697A-8D61-B01E-ACDA4307C9B9}"/>
          </ac:spMkLst>
        </pc:spChg>
        <pc:spChg chg="add mod ord">
          <ac:chgData name="David Ellis" userId="53c82bd7-0e73-48cf-aefa-af1f338f0557" providerId="ADAL" clId="{0B5AAB18-39D6-4671-9726-EFEE541FCFAF}" dt="2026-03-19T14:41:42.476" v="2638" actId="167"/>
          <ac:spMkLst>
            <pc:docMk/>
            <pc:sldMk cId="3036969703" sldId="276"/>
            <ac:spMk id="65" creationId="{DC6676DE-AC30-2385-1F89-7CFEC6151543}"/>
          </ac:spMkLst>
        </pc:spChg>
        <pc:spChg chg="add mod">
          <ac:chgData name="David Ellis" userId="53c82bd7-0e73-48cf-aefa-af1f338f0557" providerId="ADAL" clId="{0B5AAB18-39D6-4671-9726-EFEE541FCFAF}" dt="2026-03-19T14:42:10.425" v="2644" actId="1076"/>
          <ac:spMkLst>
            <pc:docMk/>
            <pc:sldMk cId="3036969703" sldId="276"/>
            <ac:spMk id="66" creationId="{28AAA4A9-BB7D-3887-9F64-46A9D523A360}"/>
          </ac:spMkLst>
        </pc:spChg>
        <pc:spChg chg="add mod">
          <ac:chgData name="David Ellis" userId="53c82bd7-0e73-48cf-aefa-af1f338f0557" providerId="ADAL" clId="{0B5AAB18-39D6-4671-9726-EFEE541FCFAF}" dt="2026-03-19T14:42:19.386" v="2648" actId="1076"/>
          <ac:spMkLst>
            <pc:docMk/>
            <pc:sldMk cId="3036969703" sldId="276"/>
            <ac:spMk id="67" creationId="{34ECF930-F64A-3BB0-5A1D-298BB56CDB8F}"/>
          </ac:spMkLst>
        </pc:spChg>
        <pc:spChg chg="add mod">
          <ac:chgData name="David Ellis" userId="53c82bd7-0e73-48cf-aefa-af1f338f0557" providerId="ADAL" clId="{0B5AAB18-39D6-4671-9726-EFEE541FCFAF}" dt="2026-03-19T14:43:07.418" v="2655" actId="1076"/>
          <ac:spMkLst>
            <pc:docMk/>
            <pc:sldMk cId="3036969703" sldId="276"/>
            <ac:spMk id="69" creationId="{1FC22EEE-C710-3C57-4130-D635C97303A2}"/>
          </ac:spMkLst>
        </pc:spChg>
        <pc:spChg chg="add mod">
          <ac:chgData name="David Ellis" userId="53c82bd7-0e73-48cf-aefa-af1f338f0557" providerId="ADAL" clId="{0B5AAB18-39D6-4671-9726-EFEE541FCFAF}" dt="2026-03-19T14:45:21.437" v="2671"/>
          <ac:spMkLst>
            <pc:docMk/>
            <pc:sldMk cId="3036969703" sldId="276"/>
            <ac:spMk id="70" creationId="{DAC1E97C-3350-1B0A-E68B-35F1D5148570}"/>
          </ac:spMkLst>
        </pc:spChg>
        <pc:picChg chg="add mod ord">
          <ac:chgData name="David Ellis" userId="53c82bd7-0e73-48cf-aefa-af1f338f0557" providerId="ADAL" clId="{0B5AAB18-39D6-4671-9726-EFEE541FCFAF}" dt="2026-03-19T14:06:04.659" v="2431" actId="1076"/>
          <ac:picMkLst>
            <pc:docMk/>
            <pc:sldMk cId="3036969703" sldId="276"/>
            <ac:picMk id="28" creationId="{52D31FA7-06F7-3F08-7301-A830040A38C9}"/>
          </ac:picMkLst>
        </pc:picChg>
        <pc:picChg chg="add mod ord">
          <ac:chgData name="David Ellis" userId="53c82bd7-0e73-48cf-aefa-af1f338f0557" providerId="ADAL" clId="{0B5AAB18-39D6-4671-9726-EFEE541FCFAF}" dt="2026-03-19T14:06:22.565" v="2435" actId="166"/>
          <ac:picMkLst>
            <pc:docMk/>
            <pc:sldMk cId="3036969703" sldId="276"/>
            <ac:picMk id="30" creationId="{19606D26-54F5-C735-306C-2536F06A4AA8}"/>
          </ac:picMkLst>
        </pc:picChg>
        <pc:cxnChg chg="mod">
          <ac:chgData name="David Ellis" userId="53c82bd7-0e73-48cf-aefa-af1f338f0557" providerId="ADAL" clId="{0B5AAB18-39D6-4671-9726-EFEE541FCFAF}" dt="2026-03-19T13:59:08.907" v="2392" actId="14100"/>
          <ac:cxnSpMkLst>
            <pc:docMk/>
            <pc:sldMk cId="3036969703" sldId="276"/>
            <ac:cxnSpMk id="9" creationId="{0D174B01-6F16-8383-D40A-8736108B75D9}"/>
          </ac:cxnSpMkLst>
        </pc:cxnChg>
        <pc:cxnChg chg="add mod ord">
          <ac:chgData name="David Ellis" userId="53c82bd7-0e73-48cf-aefa-af1f338f0557" providerId="ADAL" clId="{0B5AAB18-39D6-4671-9726-EFEE541FCFAF}" dt="2026-03-19T14:01:49.886" v="2404" actId="1076"/>
          <ac:cxnSpMkLst>
            <pc:docMk/>
            <pc:sldMk cId="3036969703" sldId="276"/>
            <ac:cxnSpMk id="40" creationId="{671FB2C6-570B-B0A3-B8A4-2DAB74D270AE}"/>
          </ac:cxnSpMkLst>
        </pc:cxnChg>
        <pc:cxnChg chg="add mod">
          <ac:chgData name="David Ellis" userId="53c82bd7-0e73-48cf-aefa-af1f338f0557" providerId="ADAL" clId="{0B5AAB18-39D6-4671-9726-EFEE541FCFAF}" dt="2026-03-19T14:01:41.657" v="2402" actId="1076"/>
          <ac:cxnSpMkLst>
            <pc:docMk/>
            <pc:sldMk cId="3036969703" sldId="276"/>
            <ac:cxnSpMk id="42" creationId="{5F085D11-FB35-BFE3-C8B0-75111BFAE47C}"/>
          </ac:cxnSpMkLst>
        </pc:cxnChg>
        <pc:cxnChg chg="add mod">
          <ac:chgData name="David Ellis" userId="53c82bd7-0e73-48cf-aefa-af1f338f0557" providerId="ADAL" clId="{0B5AAB18-39D6-4671-9726-EFEE541FCFAF}" dt="2026-03-19T14:01:49.886" v="2404" actId="1076"/>
          <ac:cxnSpMkLst>
            <pc:docMk/>
            <pc:sldMk cId="3036969703" sldId="276"/>
            <ac:cxnSpMk id="43" creationId="{B4FC42CB-D72E-8E92-010C-9E40D7AF99DE}"/>
          </ac:cxnSpMkLst>
        </pc:cxnChg>
      </pc:sldChg>
      <pc:sldChg chg="addSp delSp modSp add mod modAnim">
        <pc:chgData name="David Ellis" userId="53c82bd7-0e73-48cf-aefa-af1f338f0557" providerId="ADAL" clId="{0B5AAB18-39D6-4671-9726-EFEE541FCFAF}" dt="2026-03-19T14:45:43.437" v="2689" actId="20577"/>
        <pc:sldMkLst>
          <pc:docMk/>
          <pc:sldMk cId="3229511373" sldId="277"/>
        </pc:sldMkLst>
        <pc:spChg chg="mod">
          <ac:chgData name="David Ellis" userId="53c82bd7-0e73-48cf-aefa-af1f338f0557" providerId="ADAL" clId="{0B5AAB18-39D6-4671-9726-EFEE541FCFAF}" dt="2026-03-19T14:45:43.437" v="2689" actId="20577"/>
          <ac:spMkLst>
            <pc:docMk/>
            <pc:sldMk cId="3229511373" sldId="277"/>
            <ac:spMk id="2" creationId="{2B72B5E7-A3D6-6E4A-D9E3-A326DFC90FA9}"/>
          </ac:spMkLst>
        </pc:spChg>
        <pc:picChg chg="add mod">
          <ac:chgData name="David Ellis" userId="53c82bd7-0e73-48cf-aefa-af1f338f0557" providerId="ADAL" clId="{0B5AAB18-39D6-4671-9726-EFEE541FCFAF}" dt="2026-03-19T14:37:52.561" v="2581" actId="1076"/>
          <ac:picMkLst>
            <pc:docMk/>
            <pc:sldMk cId="3229511373" sldId="277"/>
            <ac:picMk id="3" creationId="{3EA7B73A-1A05-C034-80E0-1473E9D04ECE}"/>
          </ac:picMkLst>
        </pc:picChg>
      </pc:sldChg>
      <pc:sldChg chg="addSp delSp modSp add mod ord modAnim">
        <pc:chgData name="David Ellis" userId="53c82bd7-0e73-48cf-aefa-af1f338f0557" providerId="ADAL" clId="{0B5AAB18-39D6-4671-9726-EFEE541FCFAF}" dt="2026-03-19T14:56:15.612" v="2761" actId="1582"/>
        <pc:sldMkLst>
          <pc:docMk/>
          <pc:sldMk cId="1428665114" sldId="278"/>
        </pc:sldMkLst>
        <pc:spChg chg="mod">
          <ac:chgData name="David Ellis" userId="53c82bd7-0e73-48cf-aefa-af1f338f0557" providerId="ADAL" clId="{0B5AAB18-39D6-4671-9726-EFEE541FCFAF}" dt="2026-03-19T14:38:37.916" v="2598" actId="20577"/>
          <ac:spMkLst>
            <pc:docMk/>
            <pc:sldMk cId="1428665114" sldId="278"/>
            <ac:spMk id="2" creationId="{36AF35BB-EB84-5733-416F-68A7E4B92243}"/>
          </ac:spMkLst>
        </pc:spChg>
        <pc:spChg chg="add mod">
          <ac:chgData name="David Ellis" userId="53c82bd7-0e73-48cf-aefa-af1f338f0557" providerId="ADAL" clId="{0B5AAB18-39D6-4671-9726-EFEE541FCFAF}" dt="2026-03-19T14:43:38.365" v="2660"/>
          <ac:spMkLst>
            <pc:docMk/>
            <pc:sldMk cId="1428665114" sldId="278"/>
            <ac:spMk id="5" creationId="{3A262B73-3A55-F364-B238-50890B9B8A7D}"/>
          </ac:spMkLst>
        </pc:spChg>
        <pc:spChg chg="add mod">
          <ac:chgData name="David Ellis" userId="53c82bd7-0e73-48cf-aefa-af1f338f0557" providerId="ADAL" clId="{0B5AAB18-39D6-4671-9726-EFEE541FCFAF}" dt="2026-03-19T14:43:38.365" v="2660"/>
          <ac:spMkLst>
            <pc:docMk/>
            <pc:sldMk cId="1428665114" sldId="278"/>
            <ac:spMk id="6" creationId="{A3C4A6A0-C090-C97B-CC6B-5F0A3264A506}"/>
          </ac:spMkLst>
        </pc:spChg>
        <pc:spChg chg="add mod">
          <ac:chgData name="David Ellis" userId="53c82bd7-0e73-48cf-aefa-af1f338f0557" providerId="ADAL" clId="{0B5AAB18-39D6-4671-9726-EFEE541FCFAF}" dt="2026-03-19T14:43:38.365" v="2660"/>
          <ac:spMkLst>
            <pc:docMk/>
            <pc:sldMk cId="1428665114" sldId="278"/>
            <ac:spMk id="8" creationId="{7FC102FF-B1D3-96AC-ABDB-FD6759D9D5EA}"/>
          </ac:spMkLst>
        </pc:spChg>
        <pc:spChg chg="add mod">
          <ac:chgData name="David Ellis" userId="53c82bd7-0e73-48cf-aefa-af1f338f0557" providerId="ADAL" clId="{0B5AAB18-39D6-4671-9726-EFEE541FCFAF}" dt="2026-03-19T14:43:38.365" v="2660"/>
          <ac:spMkLst>
            <pc:docMk/>
            <pc:sldMk cId="1428665114" sldId="278"/>
            <ac:spMk id="12" creationId="{52381460-1E7A-06A4-C140-1ECF5F54F50B}"/>
          </ac:spMkLst>
        </pc:spChg>
        <pc:spChg chg="add mod">
          <ac:chgData name="David Ellis" userId="53c82bd7-0e73-48cf-aefa-af1f338f0557" providerId="ADAL" clId="{0B5AAB18-39D6-4671-9726-EFEE541FCFAF}" dt="2026-03-19T14:43:38.365" v="2660"/>
          <ac:spMkLst>
            <pc:docMk/>
            <pc:sldMk cId="1428665114" sldId="278"/>
            <ac:spMk id="17" creationId="{5BF92D4C-9B40-8972-2688-ACA9CB0A99C0}"/>
          </ac:spMkLst>
        </pc:spChg>
        <pc:spChg chg="add mod">
          <ac:chgData name="David Ellis" userId="53c82bd7-0e73-48cf-aefa-af1f338f0557" providerId="ADAL" clId="{0B5AAB18-39D6-4671-9726-EFEE541FCFAF}" dt="2026-03-19T14:43:38.365" v="2660"/>
          <ac:spMkLst>
            <pc:docMk/>
            <pc:sldMk cId="1428665114" sldId="278"/>
            <ac:spMk id="19" creationId="{E22C6B4A-1283-431D-7B4A-F81DF85E6CDB}"/>
          </ac:spMkLst>
        </pc:spChg>
        <pc:spChg chg="add mod">
          <ac:chgData name="David Ellis" userId="53c82bd7-0e73-48cf-aefa-af1f338f0557" providerId="ADAL" clId="{0B5AAB18-39D6-4671-9726-EFEE541FCFAF}" dt="2026-03-19T14:43:38.365" v="2660"/>
          <ac:spMkLst>
            <pc:docMk/>
            <pc:sldMk cId="1428665114" sldId="278"/>
            <ac:spMk id="26" creationId="{36598C7A-DD4F-9CC5-7915-C5F8EB718427}"/>
          </ac:spMkLst>
        </pc:spChg>
        <pc:spChg chg="add mod">
          <ac:chgData name="David Ellis" userId="53c82bd7-0e73-48cf-aefa-af1f338f0557" providerId="ADAL" clId="{0B5AAB18-39D6-4671-9726-EFEE541FCFAF}" dt="2026-03-19T14:43:38.365" v="2660"/>
          <ac:spMkLst>
            <pc:docMk/>
            <pc:sldMk cId="1428665114" sldId="278"/>
            <ac:spMk id="27" creationId="{B72EBE50-ACE2-E6AC-9EC4-ED775DFBC887}"/>
          </ac:spMkLst>
        </pc:spChg>
        <pc:spChg chg="mod">
          <ac:chgData name="David Ellis" userId="53c82bd7-0e73-48cf-aefa-af1f338f0557" providerId="ADAL" clId="{0B5AAB18-39D6-4671-9726-EFEE541FCFAF}" dt="2026-03-19T14:45:13.735" v="2668" actId="1076"/>
          <ac:spMkLst>
            <pc:docMk/>
            <pc:sldMk cId="1428665114" sldId="278"/>
            <ac:spMk id="29" creationId="{2A82B70B-0955-D412-41D7-B80EB626FD80}"/>
          </ac:spMkLst>
        </pc:spChg>
        <pc:spChg chg="add mod">
          <ac:chgData name="David Ellis" userId="53c82bd7-0e73-48cf-aefa-af1f338f0557" providerId="ADAL" clId="{0B5AAB18-39D6-4671-9726-EFEE541FCFAF}" dt="2026-03-19T14:43:38.365" v="2660"/>
          <ac:spMkLst>
            <pc:docMk/>
            <pc:sldMk cId="1428665114" sldId="278"/>
            <ac:spMk id="34" creationId="{FA11DBA9-F622-3661-D54E-0ADBCF97FE7E}"/>
          </ac:spMkLst>
        </pc:spChg>
        <pc:spChg chg="add mod">
          <ac:chgData name="David Ellis" userId="53c82bd7-0e73-48cf-aefa-af1f338f0557" providerId="ADAL" clId="{0B5AAB18-39D6-4671-9726-EFEE541FCFAF}" dt="2026-03-19T14:43:38.365" v="2660"/>
          <ac:spMkLst>
            <pc:docMk/>
            <pc:sldMk cId="1428665114" sldId="278"/>
            <ac:spMk id="37" creationId="{D42DC079-2E90-3B92-76B6-3A45F4D5437B}"/>
          </ac:spMkLst>
        </pc:spChg>
        <pc:spChg chg="add mod ord">
          <ac:chgData name="David Ellis" userId="53c82bd7-0e73-48cf-aefa-af1f338f0557" providerId="ADAL" clId="{0B5AAB18-39D6-4671-9726-EFEE541FCFAF}" dt="2026-03-19T14:56:15.612" v="2761" actId="1582"/>
          <ac:spMkLst>
            <pc:docMk/>
            <pc:sldMk cId="1428665114" sldId="278"/>
            <ac:spMk id="39" creationId="{B63C8D1E-4A44-6238-4B53-7E1DAFF4E459}"/>
          </ac:spMkLst>
        </pc:spChg>
      </pc:sldChg>
      <pc:sldChg chg="addSp delSp modSp add del mod modAnim">
        <pc:chgData name="David Ellis" userId="53c82bd7-0e73-48cf-aefa-af1f338f0557" providerId="ADAL" clId="{0B5AAB18-39D6-4671-9726-EFEE541FCFAF}" dt="2026-04-01T16:26:00.045" v="5956" actId="47"/>
        <pc:sldMkLst>
          <pc:docMk/>
          <pc:sldMk cId="1272566486" sldId="279"/>
        </pc:sldMkLst>
        <pc:spChg chg="add del mod">
          <ac:chgData name="David Ellis" userId="53c82bd7-0e73-48cf-aefa-af1f338f0557" providerId="ADAL" clId="{0B5AAB18-39D6-4671-9726-EFEE541FCFAF}" dt="2026-03-19T14:51:06.627" v="2719" actId="478"/>
          <ac:spMkLst>
            <pc:docMk/>
            <pc:sldMk cId="1272566486" sldId="279"/>
            <ac:spMk id="3" creationId="{E37CD6DE-81B6-F34D-5DF1-6ACEF4BD54E8}"/>
          </ac:spMkLst>
        </pc:spChg>
        <pc:picChg chg="add del mod">
          <ac:chgData name="David Ellis" userId="53c82bd7-0e73-48cf-aefa-af1f338f0557" providerId="ADAL" clId="{0B5AAB18-39D6-4671-9726-EFEE541FCFAF}" dt="2026-04-01T16:25:57.373" v="5955" actId="478"/>
          <ac:picMkLst>
            <pc:docMk/>
            <pc:sldMk cId="1272566486" sldId="279"/>
            <ac:picMk id="1026" creationId="{4B1FE9A3-8138-84F5-E004-E3B8582D0C1F}"/>
          </ac:picMkLst>
        </pc:picChg>
      </pc:sldChg>
      <pc:sldChg chg="addSp delSp modSp add mod ord addAnim delAnim modAnim">
        <pc:chgData name="David Ellis" userId="53c82bd7-0e73-48cf-aefa-af1f338f0557" providerId="ADAL" clId="{0B5AAB18-39D6-4671-9726-EFEE541FCFAF}" dt="2026-03-19T14:53:11.636" v="2740" actId="1076"/>
        <pc:sldMkLst>
          <pc:docMk/>
          <pc:sldMk cId="3742660460" sldId="280"/>
        </pc:sldMkLst>
        <pc:spChg chg="mod">
          <ac:chgData name="David Ellis" userId="53c82bd7-0e73-48cf-aefa-af1f338f0557" providerId="ADAL" clId="{0B5AAB18-39D6-4671-9726-EFEE541FCFAF}" dt="2026-03-19T14:52:51.552" v="2734" actId="20577"/>
          <ac:spMkLst>
            <pc:docMk/>
            <pc:sldMk cId="3742660460" sldId="280"/>
            <ac:spMk id="2" creationId="{C87D5969-F2DA-4972-2F22-D8184181A9EB}"/>
          </ac:spMkLst>
        </pc:spChg>
        <pc:picChg chg="add mod">
          <ac:chgData name="David Ellis" userId="53c82bd7-0e73-48cf-aefa-af1f338f0557" providerId="ADAL" clId="{0B5AAB18-39D6-4671-9726-EFEE541FCFAF}" dt="2026-03-19T14:53:11.636" v="2740" actId="1076"/>
          <ac:picMkLst>
            <pc:docMk/>
            <pc:sldMk cId="3742660460" sldId="280"/>
            <ac:picMk id="4" creationId="{617864D1-5E08-81FD-6CBB-2EC98F41D294}"/>
          </ac:picMkLst>
        </pc:picChg>
      </pc:sldChg>
      <pc:sldChg chg="modSp add mod">
        <pc:chgData name="David Ellis" userId="53c82bd7-0e73-48cf-aefa-af1f338f0557" providerId="ADAL" clId="{0B5AAB18-39D6-4671-9726-EFEE541FCFAF}" dt="2026-03-19T15:12:31.470" v="2904" actId="20577"/>
        <pc:sldMkLst>
          <pc:docMk/>
          <pc:sldMk cId="1717229849" sldId="281"/>
        </pc:sldMkLst>
        <pc:spChg chg="mod">
          <ac:chgData name="David Ellis" userId="53c82bd7-0e73-48cf-aefa-af1f338f0557" providerId="ADAL" clId="{0B5AAB18-39D6-4671-9726-EFEE541FCFAF}" dt="2026-03-19T15:12:31.470" v="2904" actId="20577"/>
          <ac:spMkLst>
            <pc:docMk/>
            <pc:sldMk cId="1717229849" sldId="281"/>
            <ac:spMk id="3" creationId="{D952CEF6-4DF5-5630-85CE-AF916256965D}"/>
          </ac:spMkLst>
        </pc:spChg>
      </pc:sldChg>
      <pc:sldChg chg="modSp add mod">
        <pc:chgData name="David Ellis" userId="53c82bd7-0e73-48cf-aefa-af1f338f0557" providerId="ADAL" clId="{0B5AAB18-39D6-4671-9726-EFEE541FCFAF}" dt="2026-03-19T15:13:13.399" v="2982" actId="20577"/>
        <pc:sldMkLst>
          <pc:docMk/>
          <pc:sldMk cId="2002991887" sldId="282"/>
        </pc:sldMkLst>
        <pc:spChg chg="mod">
          <ac:chgData name="David Ellis" userId="53c82bd7-0e73-48cf-aefa-af1f338f0557" providerId="ADAL" clId="{0B5AAB18-39D6-4671-9726-EFEE541FCFAF}" dt="2026-03-19T15:13:13.399" v="2982" actId="20577"/>
          <ac:spMkLst>
            <pc:docMk/>
            <pc:sldMk cId="2002991887" sldId="282"/>
            <ac:spMk id="3" creationId="{C9E1C900-555D-7617-7ED0-7B8C2D131AF4}"/>
          </ac:spMkLst>
        </pc:spChg>
      </pc:sldChg>
      <pc:sldChg chg="addSp delSp modSp add mod delAnim modAnim">
        <pc:chgData name="David Ellis" userId="53c82bd7-0e73-48cf-aefa-af1f338f0557" providerId="ADAL" clId="{0B5AAB18-39D6-4671-9726-EFEE541FCFAF}" dt="2026-03-19T21:18:13.434" v="5456" actId="478"/>
        <pc:sldMkLst>
          <pc:docMk/>
          <pc:sldMk cId="1144595759" sldId="283"/>
        </pc:sldMkLst>
        <pc:spChg chg="mod">
          <ac:chgData name="David Ellis" userId="53c82bd7-0e73-48cf-aefa-af1f338f0557" providerId="ADAL" clId="{0B5AAB18-39D6-4671-9726-EFEE541FCFAF}" dt="2026-03-19T15:15:39.570" v="3013" actId="113"/>
          <ac:spMkLst>
            <pc:docMk/>
            <pc:sldMk cId="1144595759" sldId="283"/>
            <ac:spMk id="3" creationId="{B81994CA-FFF4-2026-A798-A978E390A014}"/>
          </ac:spMkLst>
        </pc:spChg>
        <pc:picChg chg="add mod modCrop">
          <ac:chgData name="David Ellis" userId="53c82bd7-0e73-48cf-aefa-af1f338f0557" providerId="ADAL" clId="{0B5AAB18-39D6-4671-9726-EFEE541FCFAF}" dt="2026-03-19T15:20:57.210" v="3050" actId="208"/>
          <ac:picMkLst>
            <pc:docMk/>
            <pc:sldMk cId="1144595759" sldId="283"/>
            <ac:picMk id="4" creationId="{EAD842BC-B068-D9CD-BE4D-6EF2F7CCFFBF}"/>
          </ac:picMkLst>
        </pc:picChg>
        <pc:picChg chg="add mod modCrop">
          <ac:chgData name="David Ellis" userId="53c82bd7-0e73-48cf-aefa-af1f338f0557" providerId="ADAL" clId="{0B5AAB18-39D6-4671-9726-EFEE541FCFAF}" dt="2026-03-19T15:17:23.705" v="3026" actId="732"/>
          <ac:picMkLst>
            <pc:docMk/>
            <pc:sldMk cId="1144595759" sldId="283"/>
            <ac:picMk id="6" creationId="{84A1F96B-6484-FFEF-3B83-F08A00895B4F}"/>
          </ac:picMkLst>
        </pc:picChg>
      </pc:sldChg>
      <pc:sldChg chg="modSp add mod">
        <pc:chgData name="David Ellis" userId="53c82bd7-0e73-48cf-aefa-af1f338f0557" providerId="ADAL" clId="{0B5AAB18-39D6-4671-9726-EFEE541FCFAF}" dt="2026-03-19T15:35:56.947" v="3087" actId="20577"/>
        <pc:sldMkLst>
          <pc:docMk/>
          <pc:sldMk cId="2944774664" sldId="284"/>
        </pc:sldMkLst>
        <pc:spChg chg="mod">
          <ac:chgData name="David Ellis" userId="53c82bd7-0e73-48cf-aefa-af1f338f0557" providerId="ADAL" clId="{0B5AAB18-39D6-4671-9726-EFEE541FCFAF}" dt="2026-03-19T15:35:56.947" v="3087" actId="20577"/>
          <ac:spMkLst>
            <pc:docMk/>
            <pc:sldMk cId="2944774664" sldId="284"/>
            <ac:spMk id="2" creationId="{F15CC493-0D48-D6F6-3622-9833F80AB827}"/>
          </ac:spMkLst>
        </pc:spChg>
      </pc:sldChg>
      <pc:sldChg chg="addSp delSp modSp add mod modAnim">
        <pc:chgData name="David Ellis" userId="53c82bd7-0e73-48cf-aefa-af1f338f0557" providerId="ADAL" clId="{0B5AAB18-39D6-4671-9726-EFEE541FCFAF}" dt="2026-03-20T08:38:49.771" v="5744" actId="1076"/>
        <pc:sldMkLst>
          <pc:docMk/>
          <pc:sldMk cId="3704669597" sldId="285"/>
        </pc:sldMkLst>
        <pc:spChg chg="ord">
          <ac:chgData name="David Ellis" userId="53c82bd7-0e73-48cf-aefa-af1f338f0557" providerId="ADAL" clId="{0B5AAB18-39D6-4671-9726-EFEE541FCFAF}" dt="2026-03-19T15:56:17.213" v="3842" actId="166"/>
          <ac:spMkLst>
            <pc:docMk/>
            <pc:sldMk cId="3704669597" sldId="285"/>
            <ac:spMk id="4" creationId="{3C6FCCDB-E795-F04E-1ED0-21E98CD9B072}"/>
          </ac:spMkLst>
        </pc:spChg>
        <pc:spChg chg="mod">
          <ac:chgData name="David Ellis" userId="53c82bd7-0e73-48cf-aefa-af1f338f0557" providerId="ADAL" clId="{0B5AAB18-39D6-4671-9726-EFEE541FCFAF}" dt="2026-03-19T15:41:30.631" v="3180" actId="1076"/>
          <ac:spMkLst>
            <pc:docMk/>
            <pc:sldMk cId="3704669597" sldId="285"/>
            <ac:spMk id="14" creationId="{A15735B4-E56F-E9CA-7AF8-E3529B3131DF}"/>
          </ac:spMkLst>
        </pc:spChg>
        <pc:spChg chg="mod">
          <ac:chgData name="David Ellis" userId="53c82bd7-0e73-48cf-aefa-af1f338f0557" providerId="ADAL" clId="{0B5AAB18-39D6-4671-9726-EFEE541FCFAF}" dt="2026-03-19T15:41:29.352" v="3175" actId="1076"/>
          <ac:spMkLst>
            <pc:docMk/>
            <pc:sldMk cId="3704669597" sldId="285"/>
            <ac:spMk id="21" creationId="{B733AC46-20A5-6B26-8591-DEF1245B9F92}"/>
          </ac:spMkLst>
        </pc:spChg>
        <pc:spChg chg="add mod">
          <ac:chgData name="David Ellis" userId="53c82bd7-0e73-48cf-aefa-af1f338f0557" providerId="ADAL" clId="{0B5AAB18-39D6-4671-9726-EFEE541FCFAF}" dt="2026-03-20T08:38:23.084" v="5729" actId="1076"/>
          <ac:spMkLst>
            <pc:docMk/>
            <pc:sldMk cId="3704669597" sldId="285"/>
            <ac:spMk id="24" creationId="{1B3151AB-086C-9B82-2725-04385007AB18}"/>
          </ac:spMkLst>
        </pc:spChg>
        <pc:spChg chg="add mod">
          <ac:chgData name="David Ellis" userId="53c82bd7-0e73-48cf-aefa-af1f338f0557" providerId="ADAL" clId="{0B5AAB18-39D6-4671-9726-EFEE541FCFAF}" dt="2026-03-20T08:38:49.771" v="5744" actId="1076"/>
          <ac:spMkLst>
            <pc:docMk/>
            <pc:sldMk cId="3704669597" sldId="285"/>
            <ac:spMk id="26" creationId="{64EFC904-A88C-6E68-3D9D-050643631FB3}"/>
          </ac:spMkLst>
        </pc:spChg>
        <pc:spChg chg="add mod">
          <ac:chgData name="David Ellis" userId="53c82bd7-0e73-48cf-aefa-af1f338f0557" providerId="ADAL" clId="{0B5AAB18-39D6-4671-9726-EFEE541FCFAF}" dt="2026-03-19T21:20:20.701" v="5510" actId="1076"/>
          <ac:spMkLst>
            <pc:docMk/>
            <pc:sldMk cId="3704669597" sldId="285"/>
            <ac:spMk id="41" creationId="{FFE883FE-E384-C1DC-16C0-60EF15AA45DB}"/>
          </ac:spMkLst>
        </pc:spChg>
        <pc:spChg chg="mod">
          <ac:chgData name="David Ellis" userId="53c82bd7-0e73-48cf-aefa-af1f338f0557" providerId="ADAL" clId="{0B5AAB18-39D6-4671-9726-EFEE541FCFAF}" dt="2026-03-19T15:41:30.253" v="3179" actId="1076"/>
          <ac:spMkLst>
            <pc:docMk/>
            <pc:sldMk cId="3704669597" sldId="285"/>
            <ac:spMk id="51" creationId="{96390810-601F-A5C0-A5EB-4D860EC9D484}"/>
          </ac:spMkLst>
        </pc:spChg>
        <pc:spChg chg="mod">
          <ac:chgData name="David Ellis" userId="53c82bd7-0e73-48cf-aefa-af1f338f0557" providerId="ADAL" clId="{0B5AAB18-39D6-4671-9726-EFEE541FCFAF}" dt="2026-03-19T15:41:30.631" v="3180" actId="1076"/>
          <ac:spMkLst>
            <pc:docMk/>
            <pc:sldMk cId="3704669597" sldId="285"/>
            <ac:spMk id="52" creationId="{867B2306-6D4B-2B11-D7B9-4988756C1A43}"/>
          </ac:spMkLst>
        </pc:spChg>
        <pc:cxnChg chg="add mod">
          <ac:chgData name="David Ellis" userId="53c82bd7-0e73-48cf-aefa-af1f338f0557" providerId="ADAL" clId="{0B5AAB18-39D6-4671-9726-EFEE541FCFAF}" dt="2026-03-20T08:38:19.499" v="5727" actId="1076"/>
          <ac:cxnSpMkLst>
            <pc:docMk/>
            <pc:sldMk cId="3704669597" sldId="285"/>
            <ac:cxnSpMk id="7" creationId="{6A8303A2-2571-DBF0-6030-339F2C368B01}"/>
          </ac:cxnSpMkLst>
        </pc:cxnChg>
        <pc:cxnChg chg="mod">
          <ac:chgData name="David Ellis" userId="53c82bd7-0e73-48cf-aefa-af1f338f0557" providerId="ADAL" clId="{0B5AAB18-39D6-4671-9726-EFEE541FCFAF}" dt="2026-03-19T15:41:30.631" v="3180" actId="1076"/>
          <ac:cxnSpMkLst>
            <pc:docMk/>
            <pc:sldMk cId="3704669597" sldId="285"/>
            <ac:cxnSpMk id="12" creationId="{70CB9BD5-797E-DB7A-6386-CA28B287EFC5}"/>
          </ac:cxnSpMkLst>
        </pc:cxnChg>
        <pc:cxnChg chg="mod">
          <ac:chgData name="David Ellis" userId="53c82bd7-0e73-48cf-aefa-af1f338f0557" providerId="ADAL" clId="{0B5AAB18-39D6-4671-9726-EFEE541FCFAF}" dt="2026-03-19T15:41:29.793" v="3177" actId="1076"/>
          <ac:cxnSpMkLst>
            <pc:docMk/>
            <pc:sldMk cId="3704669597" sldId="285"/>
            <ac:cxnSpMk id="15" creationId="{24785186-F975-5E3F-BCDA-77AE8C6930D4}"/>
          </ac:cxnSpMkLst>
        </pc:cxnChg>
        <pc:cxnChg chg="mod">
          <ac:chgData name="David Ellis" userId="53c82bd7-0e73-48cf-aefa-af1f338f0557" providerId="ADAL" clId="{0B5AAB18-39D6-4671-9726-EFEE541FCFAF}" dt="2026-03-19T15:41:29.594" v="3176" actId="14100"/>
          <ac:cxnSpMkLst>
            <pc:docMk/>
            <pc:sldMk cId="3704669597" sldId="285"/>
            <ac:cxnSpMk id="16" creationId="{04189C31-927E-A807-86D5-418DE058DA82}"/>
          </ac:cxnSpMkLst>
        </pc:cxnChg>
        <pc:cxnChg chg="mod">
          <ac:chgData name="David Ellis" userId="53c82bd7-0e73-48cf-aefa-af1f338f0557" providerId="ADAL" clId="{0B5AAB18-39D6-4671-9726-EFEE541FCFAF}" dt="2026-03-19T15:41:30.025" v="3178" actId="14100"/>
          <ac:cxnSpMkLst>
            <pc:docMk/>
            <pc:sldMk cId="3704669597" sldId="285"/>
            <ac:cxnSpMk id="17" creationId="{D15EC013-E689-2F7F-16E9-09A1DE71C87B}"/>
          </ac:cxnSpMkLst>
        </pc:cxnChg>
      </pc:sldChg>
      <pc:sldChg chg="addSp delSp modSp add mod">
        <pc:chgData name="David Ellis" userId="53c82bd7-0e73-48cf-aefa-af1f338f0557" providerId="ADAL" clId="{0B5AAB18-39D6-4671-9726-EFEE541FCFAF}" dt="2026-03-20T08:38:56.687" v="5747"/>
        <pc:sldMkLst>
          <pc:docMk/>
          <pc:sldMk cId="4221007241" sldId="287"/>
        </pc:sldMkLst>
        <pc:spChg chg="ord">
          <ac:chgData name="David Ellis" userId="53c82bd7-0e73-48cf-aefa-af1f338f0557" providerId="ADAL" clId="{0B5AAB18-39D6-4671-9726-EFEE541FCFAF}" dt="2026-03-19T15:56:26.087" v="3844" actId="166"/>
          <ac:spMkLst>
            <pc:docMk/>
            <pc:sldMk cId="4221007241" sldId="287"/>
            <ac:spMk id="4" creationId="{EB9A4A36-3A49-EDD9-9312-7161068E7879}"/>
          </ac:spMkLst>
        </pc:spChg>
        <pc:spChg chg="mod">
          <ac:chgData name="David Ellis" userId="53c82bd7-0e73-48cf-aefa-af1f338f0557" providerId="ADAL" clId="{0B5AAB18-39D6-4671-9726-EFEE541FCFAF}" dt="2026-03-19T15:43:39.470" v="3234" actId="1076"/>
          <ac:spMkLst>
            <pc:docMk/>
            <pc:sldMk cId="4221007241" sldId="287"/>
            <ac:spMk id="6" creationId="{B66E35CD-6871-DD2B-CA42-F4FDED39CE64}"/>
          </ac:spMkLst>
        </pc:spChg>
        <pc:spChg chg="add mod">
          <ac:chgData name="David Ellis" userId="53c82bd7-0e73-48cf-aefa-af1f338f0557" providerId="ADAL" clId="{0B5AAB18-39D6-4671-9726-EFEE541FCFAF}" dt="2026-03-19T15:43:15.784" v="3213" actId="1076"/>
          <ac:spMkLst>
            <pc:docMk/>
            <pc:sldMk cId="4221007241" sldId="287"/>
            <ac:spMk id="7" creationId="{2E3D6F85-62CD-D59D-D849-18B3748143D6}"/>
          </ac:spMkLst>
        </pc:spChg>
        <pc:spChg chg="mod">
          <ac:chgData name="David Ellis" userId="53c82bd7-0e73-48cf-aefa-af1f338f0557" providerId="ADAL" clId="{0B5AAB18-39D6-4671-9726-EFEE541FCFAF}" dt="2026-03-19T15:43:57.713" v="3238" actId="1076"/>
          <ac:spMkLst>
            <pc:docMk/>
            <pc:sldMk cId="4221007241" sldId="287"/>
            <ac:spMk id="23" creationId="{51223083-0648-9F12-B92B-3B890ED54CD6}"/>
          </ac:spMkLst>
        </pc:spChg>
        <pc:spChg chg="add mod">
          <ac:chgData name="David Ellis" userId="53c82bd7-0e73-48cf-aefa-af1f338f0557" providerId="ADAL" clId="{0B5AAB18-39D6-4671-9726-EFEE541FCFAF}" dt="2026-03-19T15:43:14.009" v="3212" actId="1076"/>
          <ac:spMkLst>
            <pc:docMk/>
            <pc:sldMk cId="4221007241" sldId="287"/>
            <ac:spMk id="26" creationId="{893D5FCB-90A9-DA00-2175-C6508932A8CA}"/>
          </ac:spMkLst>
        </pc:spChg>
        <pc:spChg chg="add mod">
          <ac:chgData name="David Ellis" userId="53c82bd7-0e73-48cf-aefa-af1f338f0557" providerId="ADAL" clId="{0B5AAB18-39D6-4671-9726-EFEE541FCFAF}" dt="2026-03-19T15:43:34.265" v="3231" actId="1076"/>
          <ac:spMkLst>
            <pc:docMk/>
            <pc:sldMk cId="4221007241" sldId="287"/>
            <ac:spMk id="27" creationId="{05978738-F5F2-1684-6EEA-F218C15C663A}"/>
          </ac:spMkLst>
        </pc:spChg>
        <pc:spChg chg="add mod">
          <ac:chgData name="David Ellis" userId="53c82bd7-0e73-48cf-aefa-af1f338f0557" providerId="ADAL" clId="{0B5AAB18-39D6-4671-9726-EFEE541FCFAF}" dt="2026-03-20T08:38:56.687" v="5747"/>
          <ac:spMkLst>
            <pc:docMk/>
            <pc:sldMk cId="4221007241" sldId="287"/>
            <ac:spMk id="29" creationId="{119B4A05-0B48-913B-D9A0-D3CEF412BBB2}"/>
          </ac:spMkLst>
        </pc:spChg>
        <pc:spChg chg="add mod">
          <ac:chgData name="David Ellis" userId="53c82bd7-0e73-48cf-aefa-af1f338f0557" providerId="ADAL" clId="{0B5AAB18-39D6-4671-9726-EFEE541FCFAF}" dt="2026-03-20T08:38:56.687" v="5747"/>
          <ac:spMkLst>
            <pc:docMk/>
            <pc:sldMk cId="4221007241" sldId="287"/>
            <ac:spMk id="31" creationId="{150EEF15-1380-5A86-C17E-C4D7BB8FFCBF}"/>
          </ac:spMkLst>
        </pc:spChg>
        <pc:spChg chg="add mod">
          <ac:chgData name="David Ellis" userId="53c82bd7-0e73-48cf-aefa-af1f338f0557" providerId="ADAL" clId="{0B5AAB18-39D6-4671-9726-EFEE541FCFAF}" dt="2026-03-19T15:56:37.732" v="3845"/>
          <ac:spMkLst>
            <pc:docMk/>
            <pc:sldMk cId="4221007241" sldId="287"/>
            <ac:spMk id="33" creationId="{5935015E-D7F1-F64D-67D3-4AE8F94B5EF9}"/>
          </ac:spMkLst>
        </pc:spChg>
        <pc:spChg chg="mod">
          <ac:chgData name="David Ellis" userId="53c82bd7-0e73-48cf-aefa-af1f338f0557" providerId="ADAL" clId="{0B5AAB18-39D6-4671-9726-EFEE541FCFAF}" dt="2026-03-19T15:43:12.113" v="3211" actId="1076"/>
          <ac:spMkLst>
            <pc:docMk/>
            <pc:sldMk cId="4221007241" sldId="287"/>
            <ac:spMk id="55" creationId="{9CCF19E4-AEFE-69A5-1F85-9B3383A73041}"/>
          </ac:spMkLst>
        </pc:spChg>
        <pc:cxnChg chg="add mod">
          <ac:chgData name="David Ellis" userId="53c82bd7-0e73-48cf-aefa-af1f338f0557" providerId="ADAL" clId="{0B5AAB18-39D6-4671-9726-EFEE541FCFAF}" dt="2026-03-20T08:38:56.687" v="5747"/>
          <ac:cxnSpMkLst>
            <pc:docMk/>
            <pc:sldMk cId="4221007241" sldId="287"/>
            <ac:cxnSpMk id="28" creationId="{FDEFA8A1-E501-541C-6355-79912183EAE8}"/>
          </ac:cxnSpMkLst>
        </pc:cxnChg>
        <pc:cxnChg chg="add mod">
          <ac:chgData name="David Ellis" userId="53c82bd7-0e73-48cf-aefa-af1f338f0557" providerId="ADAL" clId="{0B5AAB18-39D6-4671-9726-EFEE541FCFAF}" dt="2026-03-19T21:18:54.166" v="5458" actId="208"/>
          <ac:cxnSpMkLst>
            <pc:docMk/>
            <pc:sldMk cId="4221007241" sldId="287"/>
            <ac:cxnSpMk id="30" creationId="{BF7123F4-E81D-E98E-2D9F-A40785153A7B}"/>
          </ac:cxnSpMkLst>
        </pc:cxnChg>
        <pc:cxnChg chg="add mod">
          <ac:chgData name="David Ellis" userId="53c82bd7-0e73-48cf-aefa-af1f338f0557" providerId="ADAL" clId="{0B5AAB18-39D6-4671-9726-EFEE541FCFAF}" dt="2026-03-19T21:18:57.868" v="5459" actId="208"/>
          <ac:cxnSpMkLst>
            <pc:docMk/>
            <pc:sldMk cId="4221007241" sldId="287"/>
            <ac:cxnSpMk id="34" creationId="{6D9C141C-BF68-E029-3B02-463A1289D00B}"/>
          </ac:cxnSpMkLst>
        </pc:cxnChg>
      </pc:sldChg>
      <pc:sldChg chg="addSp delSp modSp add mod">
        <pc:chgData name="David Ellis" userId="53c82bd7-0e73-48cf-aefa-af1f338f0557" providerId="ADAL" clId="{0B5AAB18-39D6-4671-9726-EFEE541FCFAF}" dt="2026-03-19T21:19:14.199" v="5462" actId="208"/>
        <pc:sldMkLst>
          <pc:docMk/>
          <pc:sldMk cId="1455710952" sldId="288"/>
        </pc:sldMkLst>
        <pc:spChg chg="add mod">
          <ac:chgData name="David Ellis" userId="53c82bd7-0e73-48cf-aefa-af1f338f0557" providerId="ADAL" clId="{0B5AAB18-39D6-4671-9726-EFEE541FCFAF}" dt="2026-03-19T15:46:08.764" v="3250" actId="1076"/>
          <ac:spMkLst>
            <pc:docMk/>
            <pc:sldMk cId="1455710952" sldId="288"/>
            <ac:spMk id="28" creationId="{D4DEDA90-F24A-17BF-7355-B3C5E400381D}"/>
          </ac:spMkLst>
        </pc:spChg>
        <pc:spChg chg="add mod">
          <ac:chgData name="David Ellis" userId="53c82bd7-0e73-48cf-aefa-af1f338f0557" providerId="ADAL" clId="{0B5AAB18-39D6-4671-9726-EFEE541FCFAF}" dt="2026-03-19T15:46:08.764" v="3250" actId="1076"/>
          <ac:spMkLst>
            <pc:docMk/>
            <pc:sldMk cId="1455710952" sldId="288"/>
            <ac:spMk id="29" creationId="{124EE0C1-0EBD-60EC-E39B-B9B711D1C451}"/>
          </ac:spMkLst>
        </pc:spChg>
        <pc:spChg chg="add mod">
          <ac:chgData name="David Ellis" userId="53c82bd7-0e73-48cf-aefa-af1f338f0557" providerId="ADAL" clId="{0B5AAB18-39D6-4671-9726-EFEE541FCFAF}" dt="2026-03-19T15:53:58.447" v="3768"/>
          <ac:spMkLst>
            <pc:docMk/>
            <pc:sldMk cId="1455710952" sldId="288"/>
            <ac:spMk id="31" creationId="{730BB6A4-3895-B276-8A92-08FF9F7AF457}"/>
          </ac:spMkLst>
        </pc:spChg>
        <pc:cxnChg chg="add mod">
          <ac:chgData name="David Ellis" userId="53c82bd7-0e73-48cf-aefa-af1f338f0557" providerId="ADAL" clId="{0B5AAB18-39D6-4671-9726-EFEE541FCFAF}" dt="2026-03-19T21:19:14.199" v="5462" actId="208"/>
          <ac:cxnSpMkLst>
            <pc:docMk/>
            <pc:sldMk cId="1455710952" sldId="288"/>
            <ac:cxnSpMk id="32" creationId="{E81EA59A-00E0-8A19-B2FD-7BCA3EE59090}"/>
          </ac:cxnSpMkLst>
        </pc:cxnChg>
        <pc:cxnChg chg="add mod">
          <ac:chgData name="David Ellis" userId="53c82bd7-0e73-48cf-aefa-af1f338f0557" providerId="ADAL" clId="{0B5AAB18-39D6-4671-9726-EFEE541FCFAF}" dt="2026-03-19T21:19:10.130" v="5461"/>
          <ac:cxnSpMkLst>
            <pc:docMk/>
            <pc:sldMk cId="1455710952" sldId="288"/>
            <ac:cxnSpMk id="33" creationId="{04DC16F6-A180-B378-59F8-0372AAC3B27E}"/>
          </ac:cxnSpMkLst>
        </pc:cxnChg>
      </pc:sldChg>
      <pc:sldChg chg="delSp modSp add mod delAnim">
        <pc:chgData name="David Ellis" userId="53c82bd7-0e73-48cf-aefa-af1f338f0557" providerId="ADAL" clId="{0B5AAB18-39D6-4671-9726-EFEE541FCFAF}" dt="2026-03-19T16:12:25.769" v="4880" actId="1076"/>
        <pc:sldMkLst>
          <pc:docMk/>
          <pc:sldMk cId="904215086" sldId="289"/>
        </pc:sldMkLst>
        <pc:spChg chg="mod">
          <ac:chgData name="David Ellis" userId="53c82bd7-0e73-48cf-aefa-af1f338f0557" providerId="ADAL" clId="{0B5AAB18-39D6-4671-9726-EFEE541FCFAF}" dt="2026-03-19T16:12:25.769" v="4880" actId="1076"/>
          <ac:spMkLst>
            <pc:docMk/>
            <pc:sldMk cId="904215086" sldId="289"/>
            <ac:spMk id="3" creationId="{ACD282C1-1B71-6F5B-6A0C-CF249E1EB934}"/>
          </ac:spMkLst>
        </pc:spChg>
      </pc:sldChg>
      <pc:sldChg chg="modSp add mod">
        <pc:chgData name="David Ellis" userId="53c82bd7-0e73-48cf-aefa-af1f338f0557" providerId="ADAL" clId="{0B5AAB18-39D6-4671-9726-EFEE541FCFAF}" dt="2026-03-19T15:49:37.135" v="3576" actId="20577"/>
        <pc:sldMkLst>
          <pc:docMk/>
          <pc:sldMk cId="1726608807" sldId="290"/>
        </pc:sldMkLst>
        <pc:spChg chg="mod">
          <ac:chgData name="David Ellis" userId="53c82bd7-0e73-48cf-aefa-af1f338f0557" providerId="ADAL" clId="{0B5AAB18-39D6-4671-9726-EFEE541FCFAF}" dt="2026-03-19T15:49:37.135" v="3576" actId="20577"/>
          <ac:spMkLst>
            <pc:docMk/>
            <pc:sldMk cId="1726608807" sldId="290"/>
            <ac:spMk id="3" creationId="{0B8B0CB9-0011-1E50-F8FD-FB8560DCC02C}"/>
          </ac:spMkLst>
        </pc:spChg>
      </pc:sldChg>
      <pc:sldChg chg="modSp add mod">
        <pc:chgData name="David Ellis" userId="53c82bd7-0e73-48cf-aefa-af1f338f0557" providerId="ADAL" clId="{0B5AAB18-39D6-4671-9726-EFEE541FCFAF}" dt="2026-03-19T15:51:37.768" v="3706" actId="1076"/>
        <pc:sldMkLst>
          <pc:docMk/>
          <pc:sldMk cId="3296378082" sldId="291"/>
        </pc:sldMkLst>
        <pc:spChg chg="mod">
          <ac:chgData name="David Ellis" userId="53c82bd7-0e73-48cf-aefa-af1f338f0557" providerId="ADAL" clId="{0B5AAB18-39D6-4671-9726-EFEE541FCFAF}" dt="2026-03-19T15:51:37.768" v="3706" actId="1076"/>
          <ac:spMkLst>
            <pc:docMk/>
            <pc:sldMk cId="3296378082" sldId="291"/>
            <ac:spMk id="3" creationId="{4AFF26B9-9BE2-EB9D-BCC7-D1CCFEBE0DD2}"/>
          </ac:spMkLst>
        </pc:spChg>
      </pc:sldChg>
      <pc:sldChg chg="addSp delSp modSp add mod">
        <pc:chgData name="David Ellis" userId="53c82bd7-0e73-48cf-aefa-af1f338f0557" providerId="ADAL" clId="{0B5AAB18-39D6-4671-9726-EFEE541FCFAF}" dt="2026-03-19T16:08:08.330" v="4778" actId="1582"/>
        <pc:sldMkLst>
          <pc:docMk/>
          <pc:sldMk cId="2144935870" sldId="292"/>
        </pc:sldMkLst>
        <pc:spChg chg="add mod">
          <ac:chgData name="David Ellis" userId="53c82bd7-0e73-48cf-aefa-af1f338f0557" providerId="ADAL" clId="{0B5AAB18-39D6-4671-9726-EFEE541FCFAF}" dt="2026-03-19T15:52:05.702" v="3742" actId="20577"/>
          <ac:spMkLst>
            <pc:docMk/>
            <pc:sldMk cId="2144935870" sldId="292"/>
            <ac:spMk id="6" creationId="{9D2C1E96-D4AA-2052-536D-BFBFD3C70119}"/>
          </ac:spMkLst>
        </pc:spChg>
        <pc:picChg chg="add mod">
          <ac:chgData name="David Ellis" userId="53c82bd7-0e73-48cf-aefa-af1f338f0557" providerId="ADAL" clId="{0B5AAB18-39D6-4671-9726-EFEE541FCFAF}" dt="2026-03-19T16:08:08.330" v="4778" actId="1582"/>
          <ac:picMkLst>
            <pc:docMk/>
            <pc:sldMk cId="2144935870" sldId="292"/>
            <ac:picMk id="8" creationId="{3C92EE74-607B-CF2C-ED9F-37B4FAB754A0}"/>
          </ac:picMkLst>
        </pc:picChg>
      </pc:sldChg>
      <pc:sldChg chg="addSp modSp add mod">
        <pc:chgData name="David Ellis" userId="53c82bd7-0e73-48cf-aefa-af1f338f0557" providerId="ADAL" clId="{0B5AAB18-39D6-4671-9726-EFEE541FCFAF}" dt="2026-03-20T08:39:06.402" v="5750" actId="1076"/>
        <pc:sldMkLst>
          <pc:docMk/>
          <pc:sldMk cId="1380482204" sldId="293"/>
        </pc:sldMkLst>
        <pc:spChg chg="mod">
          <ac:chgData name="David Ellis" userId="53c82bd7-0e73-48cf-aefa-af1f338f0557" providerId="ADAL" clId="{0B5AAB18-39D6-4671-9726-EFEE541FCFAF}" dt="2026-03-19T15:54:41.649" v="3832" actId="113"/>
          <ac:spMkLst>
            <pc:docMk/>
            <pc:sldMk cId="1380482204" sldId="293"/>
            <ac:spMk id="2" creationId="{F9A9C766-59E1-8C82-4F1B-5632DD9812F6}"/>
          </ac:spMkLst>
        </pc:spChg>
        <pc:spChg chg="mod">
          <ac:chgData name="David Ellis" userId="53c82bd7-0e73-48cf-aefa-af1f338f0557" providerId="ADAL" clId="{0B5AAB18-39D6-4671-9726-EFEE541FCFAF}" dt="2026-03-19T15:54:47.281" v="3833" actId="1076"/>
          <ac:spMkLst>
            <pc:docMk/>
            <pc:sldMk cId="1380482204" sldId="293"/>
            <ac:spMk id="4" creationId="{42DBB663-8C34-1E3A-47F0-D3DD90A09987}"/>
          </ac:spMkLst>
        </pc:spChg>
        <pc:spChg chg="mod">
          <ac:chgData name="David Ellis" userId="53c82bd7-0e73-48cf-aefa-af1f338f0557" providerId="ADAL" clId="{0B5AAB18-39D6-4671-9726-EFEE541FCFAF}" dt="2026-03-19T15:54:47.281" v="3833" actId="1076"/>
          <ac:spMkLst>
            <pc:docMk/>
            <pc:sldMk cId="1380482204" sldId="293"/>
            <ac:spMk id="5" creationId="{AE34258A-DC07-D50F-0F7E-47C37F39CFEB}"/>
          </ac:spMkLst>
        </pc:spChg>
        <pc:spChg chg="mod">
          <ac:chgData name="David Ellis" userId="53c82bd7-0e73-48cf-aefa-af1f338f0557" providerId="ADAL" clId="{0B5AAB18-39D6-4671-9726-EFEE541FCFAF}" dt="2026-03-19T15:54:47.281" v="3833" actId="1076"/>
          <ac:spMkLst>
            <pc:docMk/>
            <pc:sldMk cId="1380482204" sldId="293"/>
            <ac:spMk id="18" creationId="{AECA1F3B-6C12-60F1-3D0B-E7F218E7B664}"/>
          </ac:spMkLst>
        </pc:spChg>
        <pc:spChg chg="mod">
          <ac:chgData name="David Ellis" userId="53c82bd7-0e73-48cf-aefa-af1f338f0557" providerId="ADAL" clId="{0B5AAB18-39D6-4671-9726-EFEE541FCFAF}" dt="2026-03-19T15:54:47.281" v="3833" actId="1076"/>
          <ac:spMkLst>
            <pc:docMk/>
            <pc:sldMk cId="1380482204" sldId="293"/>
            <ac:spMk id="20" creationId="{9B038193-7FC0-E7D4-FB9C-043358A64B7D}"/>
          </ac:spMkLst>
        </pc:spChg>
        <pc:spChg chg="mod">
          <ac:chgData name="David Ellis" userId="53c82bd7-0e73-48cf-aefa-af1f338f0557" providerId="ADAL" clId="{0B5AAB18-39D6-4671-9726-EFEE541FCFAF}" dt="2026-03-19T15:54:47.281" v="3833" actId="1076"/>
          <ac:spMkLst>
            <pc:docMk/>
            <pc:sldMk cId="1380482204" sldId="293"/>
            <ac:spMk id="23" creationId="{7BF41EAD-4E4E-1436-7140-4692776A183E}"/>
          </ac:spMkLst>
        </pc:spChg>
        <pc:spChg chg="mod">
          <ac:chgData name="David Ellis" userId="53c82bd7-0e73-48cf-aefa-af1f338f0557" providerId="ADAL" clId="{0B5AAB18-39D6-4671-9726-EFEE541FCFAF}" dt="2026-03-19T15:54:47.281" v="3833" actId="1076"/>
          <ac:spMkLst>
            <pc:docMk/>
            <pc:sldMk cId="1380482204" sldId="293"/>
            <ac:spMk id="24" creationId="{3A85AC14-58AB-57F4-F107-EF1E89A36E83}"/>
          </ac:spMkLst>
        </pc:spChg>
        <pc:spChg chg="add mod">
          <ac:chgData name="David Ellis" userId="53c82bd7-0e73-48cf-aefa-af1f338f0557" providerId="ADAL" clId="{0B5AAB18-39D6-4671-9726-EFEE541FCFAF}" dt="2026-03-19T15:54:47.281" v="3833" actId="1076"/>
          <ac:spMkLst>
            <pc:docMk/>
            <pc:sldMk cId="1380482204" sldId="293"/>
            <ac:spMk id="31" creationId="{C566640D-8B72-87FB-580E-479BE033A238}"/>
          </ac:spMkLst>
        </pc:spChg>
        <pc:spChg chg="add mod">
          <ac:chgData name="David Ellis" userId="53c82bd7-0e73-48cf-aefa-af1f338f0557" providerId="ADAL" clId="{0B5AAB18-39D6-4671-9726-EFEE541FCFAF}" dt="2026-03-20T08:39:06.402" v="5750" actId="1076"/>
          <ac:spMkLst>
            <pc:docMk/>
            <pc:sldMk cId="1380482204" sldId="293"/>
            <ac:spMk id="38" creationId="{91716B3F-39A8-9D32-F6D4-73529125FCF0}"/>
          </ac:spMkLst>
        </pc:spChg>
        <pc:spChg chg="add mod">
          <ac:chgData name="David Ellis" userId="53c82bd7-0e73-48cf-aefa-af1f338f0557" providerId="ADAL" clId="{0B5AAB18-39D6-4671-9726-EFEE541FCFAF}" dt="2026-03-20T08:39:06.402" v="5750" actId="1076"/>
          <ac:spMkLst>
            <pc:docMk/>
            <pc:sldMk cId="1380482204" sldId="293"/>
            <ac:spMk id="39" creationId="{9E846890-7D2D-724F-C499-26E4DC30DF25}"/>
          </ac:spMkLst>
        </pc:spChg>
        <pc:spChg chg="mod">
          <ac:chgData name="David Ellis" userId="53c82bd7-0e73-48cf-aefa-af1f338f0557" providerId="ADAL" clId="{0B5AAB18-39D6-4671-9726-EFEE541FCFAF}" dt="2026-03-19T15:54:47.281" v="3833" actId="1076"/>
          <ac:spMkLst>
            <pc:docMk/>
            <pc:sldMk cId="1380482204" sldId="293"/>
            <ac:spMk id="50" creationId="{8B412704-7867-FE39-3A73-4E78E51ED99E}"/>
          </ac:spMkLst>
        </pc:spChg>
        <pc:spChg chg="mod">
          <ac:chgData name="David Ellis" userId="53c82bd7-0e73-48cf-aefa-af1f338f0557" providerId="ADAL" clId="{0B5AAB18-39D6-4671-9726-EFEE541FCFAF}" dt="2026-03-19T15:54:47.281" v="3833" actId="1076"/>
          <ac:spMkLst>
            <pc:docMk/>
            <pc:sldMk cId="1380482204" sldId="293"/>
            <ac:spMk id="52" creationId="{90465ADC-8FB4-517A-7BAB-9EA7462186EB}"/>
          </ac:spMkLst>
        </pc:spChg>
        <pc:spChg chg="mod">
          <ac:chgData name="David Ellis" userId="53c82bd7-0e73-48cf-aefa-af1f338f0557" providerId="ADAL" clId="{0B5AAB18-39D6-4671-9726-EFEE541FCFAF}" dt="2026-03-19T15:54:47.281" v="3833" actId="1076"/>
          <ac:spMkLst>
            <pc:docMk/>
            <pc:sldMk cId="1380482204" sldId="293"/>
            <ac:spMk id="53" creationId="{BC07A6EA-2D68-C663-D542-795D59ACF7D9}"/>
          </ac:spMkLst>
        </pc:spChg>
        <pc:cxnChg chg="add mod">
          <ac:chgData name="David Ellis" userId="53c82bd7-0e73-48cf-aefa-af1f338f0557" providerId="ADAL" clId="{0B5AAB18-39D6-4671-9726-EFEE541FCFAF}" dt="2026-03-19T15:53:53.704" v="3765" actId="20577"/>
          <ac:cxnSpMkLst>
            <pc:docMk/>
            <pc:sldMk cId="1380482204" sldId="293"/>
            <ac:cxnSpMk id="32" creationId="{0459E564-B8A9-A564-077C-63CA8664B1BF}"/>
          </ac:cxnSpMkLst>
        </pc:cxnChg>
        <pc:cxnChg chg="add mod">
          <ac:chgData name="David Ellis" userId="53c82bd7-0e73-48cf-aefa-af1f338f0557" providerId="ADAL" clId="{0B5AAB18-39D6-4671-9726-EFEE541FCFAF}" dt="2026-03-20T08:39:06.402" v="5750" actId="1076"/>
          <ac:cxnSpMkLst>
            <pc:docMk/>
            <pc:sldMk cId="1380482204" sldId="293"/>
            <ac:cxnSpMk id="36" creationId="{1309E3A7-087A-6BD4-F1F0-D5EB479E49DD}"/>
          </ac:cxnSpMkLst>
        </pc:cxnChg>
      </pc:sldChg>
      <pc:sldChg chg="modSp add mod">
        <pc:chgData name="David Ellis" userId="53c82bd7-0e73-48cf-aefa-af1f338f0557" providerId="ADAL" clId="{0B5AAB18-39D6-4671-9726-EFEE541FCFAF}" dt="2026-03-19T15:52:48.260" v="3757" actId="20577"/>
        <pc:sldMkLst>
          <pc:docMk/>
          <pc:sldMk cId="3731439262" sldId="294"/>
        </pc:sldMkLst>
        <pc:spChg chg="mod">
          <ac:chgData name="David Ellis" userId="53c82bd7-0e73-48cf-aefa-af1f338f0557" providerId="ADAL" clId="{0B5AAB18-39D6-4671-9726-EFEE541FCFAF}" dt="2026-03-19T15:52:48.260" v="3757" actId="20577"/>
          <ac:spMkLst>
            <pc:docMk/>
            <pc:sldMk cId="3731439262" sldId="294"/>
            <ac:spMk id="2" creationId="{FE8C96CE-8B19-78C7-B9A5-48561D5831A4}"/>
          </ac:spMkLst>
        </pc:spChg>
      </pc:sldChg>
      <pc:sldChg chg="modSp add mod">
        <pc:chgData name="David Ellis" userId="53c82bd7-0e73-48cf-aefa-af1f338f0557" providerId="ADAL" clId="{0B5AAB18-39D6-4671-9726-EFEE541FCFAF}" dt="2026-03-19T16:03:44.197" v="4411" actId="20577"/>
        <pc:sldMkLst>
          <pc:docMk/>
          <pc:sldMk cId="754003752" sldId="295"/>
        </pc:sldMkLst>
        <pc:spChg chg="mod">
          <ac:chgData name="David Ellis" userId="53c82bd7-0e73-48cf-aefa-af1f338f0557" providerId="ADAL" clId="{0B5AAB18-39D6-4671-9726-EFEE541FCFAF}" dt="2026-03-19T16:03:44.197" v="4411" actId="20577"/>
          <ac:spMkLst>
            <pc:docMk/>
            <pc:sldMk cId="754003752" sldId="295"/>
            <ac:spMk id="3" creationId="{01D122A0-995A-0CA4-335F-14DB8A5E2DE7}"/>
          </ac:spMkLst>
        </pc:spChg>
      </pc:sldChg>
      <pc:sldChg chg="addSp delSp modSp add mod">
        <pc:chgData name="David Ellis" userId="53c82bd7-0e73-48cf-aefa-af1f338f0557" providerId="ADAL" clId="{0B5AAB18-39D6-4671-9726-EFEE541FCFAF}" dt="2026-03-19T16:06:35.818" v="4768" actId="1076"/>
        <pc:sldMkLst>
          <pc:docMk/>
          <pc:sldMk cId="1752384729" sldId="296"/>
        </pc:sldMkLst>
        <pc:spChg chg="mod">
          <ac:chgData name="David Ellis" userId="53c82bd7-0e73-48cf-aefa-af1f338f0557" providerId="ADAL" clId="{0B5AAB18-39D6-4671-9726-EFEE541FCFAF}" dt="2026-03-19T15:57:46.641" v="3868" actId="20577"/>
          <ac:spMkLst>
            <pc:docMk/>
            <pc:sldMk cId="1752384729" sldId="296"/>
            <ac:spMk id="2" creationId="{9B6F38D8-479D-EFFC-957F-0DC658AC4DBB}"/>
          </ac:spMkLst>
        </pc:spChg>
        <pc:spChg chg="add mod">
          <ac:chgData name="David Ellis" userId="53c82bd7-0e73-48cf-aefa-af1f338f0557" providerId="ADAL" clId="{0B5AAB18-39D6-4671-9726-EFEE541FCFAF}" dt="2026-03-19T16:00:01.966" v="4015" actId="20577"/>
          <ac:spMkLst>
            <pc:docMk/>
            <pc:sldMk cId="1752384729" sldId="296"/>
            <ac:spMk id="29" creationId="{F1BC8BE9-D8CD-82D1-2FA5-34967E893B68}"/>
          </ac:spMkLst>
        </pc:spChg>
        <pc:picChg chg="add mod">
          <ac:chgData name="David Ellis" userId="53c82bd7-0e73-48cf-aefa-af1f338f0557" providerId="ADAL" clId="{0B5AAB18-39D6-4671-9726-EFEE541FCFAF}" dt="2026-03-19T16:06:35.818" v="4768" actId="1076"/>
          <ac:picMkLst>
            <pc:docMk/>
            <pc:sldMk cId="1752384729" sldId="296"/>
            <ac:picMk id="2050" creationId="{5CBC6DED-2615-760A-EF07-DFE0F20E8E14}"/>
          </ac:picMkLst>
        </pc:picChg>
      </pc:sldChg>
      <pc:sldChg chg="add">
        <pc:chgData name="David Ellis" userId="53c82bd7-0e73-48cf-aefa-af1f338f0557" providerId="ADAL" clId="{0B5AAB18-39D6-4671-9726-EFEE541FCFAF}" dt="2026-03-19T16:01:34.979" v="4218"/>
        <pc:sldMkLst>
          <pc:docMk/>
          <pc:sldMk cId="2631459175" sldId="297"/>
        </pc:sldMkLst>
      </pc:sldChg>
      <pc:sldChg chg="modSp add mod">
        <pc:chgData name="David Ellis" userId="53c82bd7-0e73-48cf-aefa-af1f338f0557" providerId="ADAL" clId="{0B5AAB18-39D6-4671-9726-EFEE541FCFAF}" dt="2026-03-19T16:06:21.849" v="4766" actId="20577"/>
        <pc:sldMkLst>
          <pc:docMk/>
          <pc:sldMk cId="889595135" sldId="299"/>
        </pc:sldMkLst>
        <pc:spChg chg="mod">
          <ac:chgData name="David Ellis" userId="53c82bd7-0e73-48cf-aefa-af1f338f0557" providerId="ADAL" clId="{0B5AAB18-39D6-4671-9726-EFEE541FCFAF}" dt="2026-03-19T16:06:21.849" v="4766" actId="20577"/>
          <ac:spMkLst>
            <pc:docMk/>
            <pc:sldMk cId="889595135" sldId="299"/>
            <ac:spMk id="3" creationId="{C10DA48F-7561-727F-5104-EE594A2224F5}"/>
          </ac:spMkLst>
        </pc:spChg>
      </pc:sldChg>
      <pc:sldChg chg="addSp delSp modSp add mod ord delAnim">
        <pc:chgData name="David Ellis" userId="53c82bd7-0e73-48cf-aefa-af1f338f0557" providerId="ADAL" clId="{0B5AAB18-39D6-4671-9726-EFEE541FCFAF}" dt="2026-03-19T16:11:29.162" v="4806" actId="1076"/>
        <pc:sldMkLst>
          <pc:docMk/>
          <pc:sldMk cId="3053502039" sldId="300"/>
        </pc:sldMkLst>
        <pc:picChg chg="add mod">
          <ac:chgData name="David Ellis" userId="53c82bd7-0e73-48cf-aefa-af1f338f0557" providerId="ADAL" clId="{0B5AAB18-39D6-4671-9726-EFEE541FCFAF}" dt="2026-03-19T16:11:29.162" v="4806" actId="1076"/>
          <ac:picMkLst>
            <pc:docMk/>
            <pc:sldMk cId="3053502039" sldId="300"/>
            <ac:picMk id="5" creationId="{54D04EB0-7283-E9FD-2D02-148A977B7AD8}"/>
          </ac:picMkLst>
        </pc:picChg>
      </pc:sldChg>
      <pc:sldChg chg="addSp delSp modSp add mod ord delAnim">
        <pc:chgData name="David Ellis" userId="53c82bd7-0e73-48cf-aefa-af1f338f0557" providerId="ADAL" clId="{0B5AAB18-39D6-4671-9726-EFEE541FCFAF}" dt="2026-03-19T16:11:32.200" v="4807" actId="1076"/>
        <pc:sldMkLst>
          <pc:docMk/>
          <pc:sldMk cId="2946685692" sldId="301"/>
        </pc:sldMkLst>
        <pc:spChg chg="mod">
          <ac:chgData name="David Ellis" userId="53c82bd7-0e73-48cf-aefa-af1f338f0557" providerId="ADAL" clId="{0B5AAB18-39D6-4671-9726-EFEE541FCFAF}" dt="2026-03-19T16:10:47.329" v="4803" actId="20577"/>
          <ac:spMkLst>
            <pc:docMk/>
            <pc:sldMk cId="2946685692" sldId="301"/>
            <ac:spMk id="2" creationId="{95C130DB-B3DE-68D7-8F44-9D05B3B03A6E}"/>
          </ac:spMkLst>
        </pc:spChg>
        <pc:picChg chg="add mod">
          <ac:chgData name="David Ellis" userId="53c82bd7-0e73-48cf-aefa-af1f338f0557" providerId="ADAL" clId="{0B5AAB18-39D6-4671-9726-EFEE541FCFAF}" dt="2026-03-19T16:11:32.200" v="4807" actId="1076"/>
          <ac:picMkLst>
            <pc:docMk/>
            <pc:sldMk cId="2946685692" sldId="301"/>
            <ac:picMk id="5" creationId="{C39AE7ED-7322-23E6-3136-F8D97B878A9F}"/>
          </ac:picMkLst>
        </pc:picChg>
      </pc:sldChg>
      <pc:sldChg chg="addSp modSp add mod">
        <pc:chgData name="David Ellis" userId="53c82bd7-0e73-48cf-aefa-af1f338f0557" providerId="ADAL" clId="{0B5AAB18-39D6-4671-9726-EFEE541FCFAF}" dt="2026-03-19T16:19:07.056" v="4920" actId="1076"/>
        <pc:sldMkLst>
          <pc:docMk/>
          <pc:sldMk cId="205517556" sldId="302"/>
        </pc:sldMkLst>
        <pc:spChg chg="mod">
          <ac:chgData name="David Ellis" userId="53c82bd7-0e73-48cf-aefa-af1f338f0557" providerId="ADAL" clId="{0B5AAB18-39D6-4671-9726-EFEE541FCFAF}" dt="2026-03-19T16:15:06.394" v="4916" actId="113"/>
          <ac:spMkLst>
            <pc:docMk/>
            <pc:sldMk cId="205517556" sldId="302"/>
            <ac:spMk id="3" creationId="{4FAB84DE-10C8-B91D-12DB-7147EFE98CDC}"/>
          </ac:spMkLst>
        </pc:spChg>
        <pc:spChg chg="add mod">
          <ac:chgData name="David Ellis" userId="53c82bd7-0e73-48cf-aefa-af1f338f0557" providerId="ADAL" clId="{0B5AAB18-39D6-4671-9726-EFEE541FCFAF}" dt="2026-03-19T16:19:07.056" v="4920" actId="1076"/>
          <ac:spMkLst>
            <pc:docMk/>
            <pc:sldMk cId="205517556" sldId="302"/>
            <ac:spMk id="4" creationId="{A2BF8744-A3DC-72E9-0888-3C0136C811FB}"/>
          </ac:spMkLst>
        </pc:spChg>
      </pc:sldChg>
      <pc:sldChg chg="add">
        <pc:chgData name="David Ellis" userId="53c82bd7-0e73-48cf-aefa-af1f338f0557" providerId="ADAL" clId="{0B5AAB18-39D6-4671-9726-EFEE541FCFAF}" dt="2026-03-19T20:58:57.814" v="4923"/>
        <pc:sldMkLst>
          <pc:docMk/>
          <pc:sldMk cId="378044260" sldId="303"/>
        </pc:sldMkLst>
      </pc:sldChg>
      <pc:sldChg chg="modSp add del mod modTransition">
        <pc:chgData name="David Ellis" userId="53c82bd7-0e73-48cf-aefa-af1f338f0557" providerId="ADAL" clId="{0B5AAB18-39D6-4671-9726-EFEE541FCFAF}" dt="2026-04-01T16:19:09.656" v="5845" actId="47"/>
        <pc:sldMkLst>
          <pc:docMk/>
          <pc:sldMk cId="0" sldId="304"/>
        </pc:sldMkLst>
      </pc:sldChg>
      <pc:sldChg chg="modSp add del modTransition">
        <pc:chgData name="David Ellis" userId="53c82bd7-0e73-48cf-aefa-af1f338f0557" providerId="ADAL" clId="{0B5AAB18-39D6-4671-9726-EFEE541FCFAF}" dt="2026-04-01T16:19:09.656" v="5845" actId="47"/>
        <pc:sldMkLst>
          <pc:docMk/>
          <pc:sldMk cId="3200051922" sldId="305"/>
        </pc:sldMkLst>
      </pc:sldChg>
      <pc:sldChg chg="addSp delSp modSp add mod">
        <pc:chgData name="David Ellis" userId="53c82bd7-0e73-48cf-aefa-af1f338f0557" providerId="ADAL" clId="{0B5AAB18-39D6-4671-9726-EFEE541FCFAF}" dt="2026-03-19T21:29:35.441" v="5720"/>
        <pc:sldMkLst>
          <pc:docMk/>
          <pc:sldMk cId="3377412063" sldId="306"/>
        </pc:sldMkLst>
        <pc:spChg chg="mod">
          <ac:chgData name="David Ellis" userId="53c82bd7-0e73-48cf-aefa-af1f338f0557" providerId="ADAL" clId="{0B5AAB18-39D6-4671-9726-EFEE541FCFAF}" dt="2026-03-19T21:04:38.630" v="4955" actId="20577"/>
          <ac:spMkLst>
            <pc:docMk/>
            <pc:sldMk cId="3377412063" sldId="306"/>
            <ac:spMk id="2" creationId="{F6D2324C-6D4D-000A-A87D-3D37C7C60E8F}"/>
          </ac:spMkLst>
        </pc:spChg>
        <pc:spChg chg="add mod">
          <ac:chgData name="David Ellis" userId="53c82bd7-0e73-48cf-aefa-af1f338f0557" providerId="ADAL" clId="{0B5AAB18-39D6-4671-9726-EFEE541FCFAF}" dt="2026-03-19T21:29:35.441" v="5720"/>
          <ac:spMkLst>
            <pc:docMk/>
            <pc:sldMk cId="3377412063" sldId="306"/>
            <ac:spMk id="3" creationId="{277E7828-60D5-778F-55CD-7A34DF813495}"/>
          </ac:spMkLst>
        </pc:spChg>
      </pc:sldChg>
      <pc:sldChg chg="delSp modSp add mod">
        <pc:chgData name="David Ellis" userId="53c82bd7-0e73-48cf-aefa-af1f338f0557" providerId="ADAL" clId="{0B5AAB18-39D6-4671-9726-EFEE541FCFAF}" dt="2026-03-19T21:28:10.932" v="5549" actId="20577"/>
        <pc:sldMkLst>
          <pc:docMk/>
          <pc:sldMk cId="1911870326" sldId="307"/>
        </pc:sldMkLst>
        <pc:spChg chg="mod">
          <ac:chgData name="David Ellis" userId="53c82bd7-0e73-48cf-aefa-af1f338f0557" providerId="ADAL" clId="{0B5AAB18-39D6-4671-9726-EFEE541FCFAF}" dt="2026-03-19T21:28:10.932" v="5549" actId="20577"/>
          <ac:spMkLst>
            <pc:docMk/>
            <pc:sldMk cId="1911870326" sldId="307"/>
            <ac:spMk id="3" creationId="{2D8693D8-8D60-05E8-B8B9-0E0A05D25FF3}"/>
          </ac:spMkLst>
        </pc:spChg>
      </pc:sldChg>
      <pc:sldChg chg="modSp add mod">
        <pc:chgData name="David Ellis" userId="53c82bd7-0e73-48cf-aefa-af1f338f0557" providerId="ADAL" clId="{0B5AAB18-39D6-4671-9726-EFEE541FCFAF}" dt="2026-03-20T09:05:35.608" v="5838" actId="20577"/>
        <pc:sldMkLst>
          <pc:docMk/>
          <pc:sldMk cId="2348956918" sldId="308"/>
        </pc:sldMkLst>
        <pc:spChg chg="mod">
          <ac:chgData name="David Ellis" userId="53c82bd7-0e73-48cf-aefa-af1f338f0557" providerId="ADAL" clId="{0B5AAB18-39D6-4671-9726-EFEE541FCFAF}" dt="2026-03-20T09:05:35.608" v="5838" actId="20577"/>
          <ac:spMkLst>
            <pc:docMk/>
            <pc:sldMk cId="2348956918" sldId="308"/>
            <ac:spMk id="3" creationId="{6EEB7D83-01A9-931D-1843-EA6F46E6610B}"/>
          </ac:spMkLst>
        </pc:spChg>
      </pc:sldChg>
      <pc:sldChg chg="add">
        <pc:chgData name="David Ellis" userId="53c82bd7-0e73-48cf-aefa-af1f338f0557" providerId="ADAL" clId="{0B5AAB18-39D6-4671-9726-EFEE541FCFAF}" dt="2026-03-20T09:30:37.194" v="5839" actId="2890"/>
        <pc:sldMkLst>
          <pc:docMk/>
          <pc:sldMk cId="183237560" sldId="309"/>
        </pc:sldMkLst>
      </pc:sldChg>
      <pc:sldChg chg="new del">
        <pc:chgData name="David Ellis" userId="53c82bd7-0e73-48cf-aefa-af1f338f0557" providerId="ADAL" clId="{0B5AAB18-39D6-4671-9726-EFEE541FCFAF}" dt="2026-04-01T16:18:54.022" v="5843" actId="680"/>
        <pc:sldMkLst>
          <pc:docMk/>
          <pc:sldMk cId="2164112160" sldId="310"/>
        </pc:sldMkLst>
      </pc:sldChg>
      <pc:sldMasterChg chg="addSp">
        <pc:chgData name="David Ellis" userId="53c82bd7-0e73-48cf-aefa-af1f338f0557" providerId="ADAL" clId="{0B5AAB18-39D6-4671-9726-EFEE541FCFAF}" dt="2026-03-17T10:24:30.730" v="3"/>
        <pc:sldMasterMkLst>
          <pc:docMk/>
          <pc:sldMasterMk cId="1017473156" sldId="2147483660"/>
        </pc:sldMasterMkLst>
        <pc:spChg chg="add">
          <ac:chgData name="David Ellis" userId="53c82bd7-0e73-48cf-aefa-af1f338f0557" providerId="ADAL" clId="{0B5AAB18-39D6-4671-9726-EFEE541FCFAF}" dt="2026-03-17T10:24:30.730" v="3"/>
          <ac:spMkLst>
            <pc:docMk/>
            <pc:sldMasterMk cId="1017473156" sldId="2147483660"/>
            <ac:spMk id="5" creationId="{9F96BF24-5A6C-8A7F-DCB1-F262672D812E}"/>
          </ac:spMkLst>
        </pc:spChg>
      </pc:sldMasterChg>
      <pc:sldMasterChg chg="addSp">
        <pc:chgData name="David Ellis" userId="53c82bd7-0e73-48cf-aefa-af1f338f0557" providerId="ADAL" clId="{0B5AAB18-39D6-4671-9726-EFEE541FCFAF}" dt="2026-03-17T10:26:59.374" v="4"/>
        <pc:sldMasterMkLst>
          <pc:docMk/>
          <pc:sldMasterMk cId="1322717395" sldId="2147483688"/>
        </pc:sldMasterMkLst>
        <pc:spChg chg="add">
          <ac:chgData name="David Ellis" userId="53c82bd7-0e73-48cf-aefa-af1f338f0557" providerId="ADAL" clId="{0B5AAB18-39D6-4671-9726-EFEE541FCFAF}" dt="2026-03-17T10:26:59.374" v="4"/>
          <ac:spMkLst>
            <pc:docMk/>
            <pc:sldMasterMk cId="1322717395" sldId="2147483688"/>
            <ac:spMk id="5" creationId="{AA9153D7-25BF-C800-5FB0-44A0FF3EB971}"/>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0C3358-C1BF-4701-BC6B-4C9AEC82B37A}" type="datetimeFigureOut">
              <a:rPr lang="en-GB" smtClean="0"/>
              <a:t>01/04/2026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9AAD49-4394-41EB-B9ED-79355B995DD1}" type="slidenum">
              <a:rPr lang="en-GB" smtClean="0"/>
              <a:t>‹#›</a:t>
            </a:fld>
            <a:endParaRPr lang="en-GB"/>
          </a:p>
        </p:txBody>
      </p:sp>
    </p:spTree>
    <p:extLst>
      <p:ext uri="{BB962C8B-B14F-4D97-AF65-F5344CB8AC3E}">
        <p14:creationId xmlns:p14="http://schemas.microsoft.com/office/powerpoint/2010/main" val="3133059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E9AAD49-4394-41EB-B9ED-79355B995DD1}" type="slidenum">
              <a:rPr lang="en-GB" smtClean="0"/>
              <a:t>35</a:t>
            </a:fld>
            <a:endParaRPr lang="en-GB"/>
          </a:p>
        </p:txBody>
      </p:sp>
    </p:spTree>
    <p:extLst>
      <p:ext uri="{BB962C8B-B14F-4D97-AF65-F5344CB8AC3E}">
        <p14:creationId xmlns:p14="http://schemas.microsoft.com/office/powerpoint/2010/main" val="26078444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7E278F4-0185-7B2E-89C8-3E498A59D04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808" y="1"/>
            <a:ext cx="12188385" cy="6857999"/>
          </a:xfrm>
          <a:prstGeom prst="rect">
            <a:avLst/>
          </a:prstGeom>
        </p:spPr>
      </p:pic>
      <p:sp>
        <p:nvSpPr>
          <p:cNvPr id="2" name="Title 1"/>
          <p:cNvSpPr>
            <a:spLocks noGrp="1"/>
          </p:cNvSpPr>
          <p:nvPr>
            <p:ph type="ctrTitle"/>
          </p:nvPr>
        </p:nvSpPr>
        <p:spPr>
          <a:xfrm>
            <a:off x="626162" y="1748409"/>
            <a:ext cx="6995441" cy="1470025"/>
          </a:xfrm>
        </p:spPr>
        <p:txBody>
          <a:bodyPr>
            <a:normAutofit/>
          </a:bodyPr>
          <a:lstStyle>
            <a:lvl1pPr algn="l">
              <a:defRPr sz="3600" b="1">
                <a:solidFill>
                  <a:schemeClr val="tx1"/>
                </a:solidFill>
                <a:latin typeface="Arial Nova" pitchFamily="34" charset="0"/>
              </a:defRPr>
            </a:lvl1pPr>
          </a:lstStyle>
          <a:p>
            <a:r>
              <a:rPr lang="en-US"/>
              <a:t>Click to edit Master title style</a:t>
            </a:r>
            <a:endParaRPr lang="en-GB" dirty="0"/>
          </a:p>
        </p:txBody>
      </p:sp>
      <p:sp>
        <p:nvSpPr>
          <p:cNvPr id="3" name="Subtitle 2"/>
          <p:cNvSpPr>
            <a:spLocks noGrp="1"/>
          </p:cNvSpPr>
          <p:nvPr>
            <p:ph type="subTitle" idx="1"/>
          </p:nvPr>
        </p:nvSpPr>
        <p:spPr>
          <a:xfrm>
            <a:off x="643703" y="3260576"/>
            <a:ext cx="6958927" cy="1752600"/>
          </a:xfrm>
        </p:spPr>
        <p:txBody>
          <a:bodyPr>
            <a:normAutofit/>
          </a:bodyPr>
          <a:lstStyle>
            <a:lvl1pPr marL="0" indent="0" algn="l">
              <a:buNone/>
              <a:defRPr sz="2000">
                <a:solidFill>
                  <a:schemeClr val="tx1"/>
                </a:solidFill>
                <a:latin typeface="Arial Nova" pitchFamily="34" charset="0"/>
              </a:defRPr>
            </a:lvl1pPr>
            <a:lvl2pPr marL="519488" indent="0" algn="ctr">
              <a:buNone/>
              <a:defRPr>
                <a:solidFill>
                  <a:schemeClr val="tx1">
                    <a:tint val="75000"/>
                  </a:schemeClr>
                </a:solidFill>
              </a:defRPr>
            </a:lvl2pPr>
            <a:lvl3pPr marL="1038977" indent="0" algn="ctr">
              <a:buNone/>
              <a:defRPr>
                <a:solidFill>
                  <a:schemeClr val="tx1">
                    <a:tint val="75000"/>
                  </a:schemeClr>
                </a:solidFill>
              </a:defRPr>
            </a:lvl3pPr>
            <a:lvl4pPr marL="1558465" indent="0" algn="ctr">
              <a:buNone/>
              <a:defRPr>
                <a:solidFill>
                  <a:schemeClr val="tx1">
                    <a:tint val="75000"/>
                  </a:schemeClr>
                </a:solidFill>
              </a:defRPr>
            </a:lvl4pPr>
            <a:lvl5pPr marL="2077952" indent="0" algn="ctr">
              <a:buNone/>
              <a:defRPr>
                <a:solidFill>
                  <a:schemeClr val="tx1">
                    <a:tint val="75000"/>
                  </a:schemeClr>
                </a:solidFill>
              </a:defRPr>
            </a:lvl5pPr>
            <a:lvl6pPr marL="2597440" indent="0" algn="ctr">
              <a:buNone/>
              <a:defRPr>
                <a:solidFill>
                  <a:schemeClr val="tx1">
                    <a:tint val="75000"/>
                  </a:schemeClr>
                </a:solidFill>
              </a:defRPr>
            </a:lvl6pPr>
            <a:lvl7pPr marL="3116929" indent="0" algn="ctr">
              <a:buNone/>
              <a:defRPr>
                <a:solidFill>
                  <a:schemeClr val="tx1">
                    <a:tint val="75000"/>
                  </a:schemeClr>
                </a:solidFill>
              </a:defRPr>
            </a:lvl7pPr>
            <a:lvl8pPr marL="3636417" indent="0" algn="ctr">
              <a:buNone/>
              <a:defRPr>
                <a:solidFill>
                  <a:schemeClr val="tx1">
                    <a:tint val="75000"/>
                  </a:schemeClr>
                </a:solidFill>
              </a:defRPr>
            </a:lvl8pPr>
            <a:lvl9pPr marL="4155905"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263197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7"/>
            <a:ext cx="10972800" cy="994123"/>
          </a:xfrm>
        </p:spPr>
        <p:txBody>
          <a:bodyPr>
            <a:normAutofit/>
          </a:bodyPr>
          <a:lstStyle>
            <a:lvl1pPr>
              <a:defRPr sz="3200"/>
            </a:lvl1pPr>
          </a:lstStyle>
          <a:p>
            <a:r>
              <a:rPr lang="en-US"/>
              <a:t>Click to edit Master title style</a:t>
            </a:r>
            <a:endParaRPr lang="en-GB" dirty="0"/>
          </a:p>
        </p:txBody>
      </p:sp>
      <p:sp>
        <p:nvSpPr>
          <p:cNvPr id="3" name="Content Placeholder 2"/>
          <p:cNvSpPr>
            <a:spLocks noGrp="1"/>
          </p:cNvSpPr>
          <p:nvPr>
            <p:ph idx="1"/>
          </p:nvPr>
        </p:nvSpPr>
        <p:spPr>
          <a:xfrm>
            <a:off x="609600" y="1412776"/>
            <a:ext cx="10972800" cy="4525387"/>
          </a:xfrm>
        </p:spPr>
        <p:txBody>
          <a:bodyPr>
            <a:normAutofit/>
          </a:bodyPr>
          <a:lstStyle>
            <a:lvl1pPr>
              <a:defRPr sz="2667"/>
            </a:lvl1pPr>
            <a:lvl2pPr>
              <a:defRPr sz="2267"/>
            </a:lvl2pPr>
            <a:lvl3pPr>
              <a:defRPr sz="2000"/>
            </a:lvl3pPr>
            <a:lvl4pPr>
              <a:defRPr sz="1867"/>
            </a:lvl4pPr>
            <a:lvl5pPr>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530208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1236" y="1412776"/>
            <a:ext cx="5310909" cy="4525963"/>
          </a:xfrm>
        </p:spPr>
        <p:txBody>
          <a:bodyPr>
            <a:normAutofit/>
          </a:bodyPr>
          <a:lstStyle>
            <a:lvl1pPr>
              <a:defRPr sz="2667"/>
            </a:lvl1pPr>
            <a:lvl2pPr>
              <a:defRPr sz="2267"/>
            </a:lvl2pPr>
            <a:lvl3pPr>
              <a:defRPr sz="2000"/>
            </a:lvl3pPr>
            <a:lvl4pPr>
              <a:defRPr sz="1867"/>
            </a:lvl4pPr>
            <a:lvl5pPr>
              <a:defRPr sz="1867"/>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79855" y="1412776"/>
            <a:ext cx="5310909" cy="4525963"/>
          </a:xfrm>
        </p:spPr>
        <p:txBody>
          <a:bodyPr>
            <a:normAutofit/>
          </a:bodyPr>
          <a:lstStyle>
            <a:lvl1pPr>
              <a:defRPr sz="2667"/>
            </a:lvl1pPr>
            <a:lvl2pPr>
              <a:defRPr sz="2267"/>
            </a:lvl2pPr>
            <a:lvl3pPr>
              <a:defRPr sz="2000"/>
            </a:lvl3pPr>
            <a:lvl4pPr>
              <a:defRPr sz="1867"/>
            </a:lvl4pPr>
            <a:lvl5pPr>
              <a:defRPr sz="1867"/>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itle 1"/>
          <p:cNvSpPr>
            <a:spLocks noGrp="1"/>
          </p:cNvSpPr>
          <p:nvPr>
            <p:ph type="title"/>
          </p:nvPr>
        </p:nvSpPr>
        <p:spPr>
          <a:xfrm>
            <a:off x="609600" y="274637"/>
            <a:ext cx="10972800" cy="994123"/>
          </a:xfrm>
        </p:spPr>
        <p:txBody>
          <a:bodyPr/>
          <a:lstStyle/>
          <a:p>
            <a:r>
              <a:rPr lang="en-US"/>
              <a:t>Click to edit Master title style</a:t>
            </a:r>
            <a:endParaRPr lang="en-GB" dirty="0"/>
          </a:p>
        </p:txBody>
      </p:sp>
    </p:spTree>
    <p:extLst>
      <p:ext uri="{BB962C8B-B14F-4D97-AF65-F5344CB8AC3E}">
        <p14:creationId xmlns:p14="http://schemas.microsoft.com/office/powerpoint/2010/main" val="3546458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356988"/>
            <a:ext cx="5386917" cy="639763"/>
          </a:xfrm>
        </p:spPr>
        <p:txBody>
          <a:bodyPr anchor="ctr">
            <a:normAutofit/>
          </a:bodyPr>
          <a:lstStyle>
            <a:lvl1pPr marL="0" indent="0">
              <a:buNone/>
              <a:defRPr sz="2267" b="1"/>
            </a:lvl1pPr>
            <a:lvl2pPr marL="519488" indent="0">
              <a:buNone/>
              <a:defRPr sz="2267" b="1"/>
            </a:lvl2pPr>
            <a:lvl3pPr marL="1038977" indent="0">
              <a:buNone/>
              <a:defRPr sz="2000" b="1"/>
            </a:lvl3pPr>
            <a:lvl4pPr marL="1558465" indent="0">
              <a:buNone/>
              <a:defRPr sz="1867" b="1"/>
            </a:lvl4pPr>
            <a:lvl5pPr marL="2077952" indent="0">
              <a:buNone/>
              <a:defRPr sz="1867" b="1"/>
            </a:lvl5pPr>
            <a:lvl6pPr marL="2597440" indent="0">
              <a:buNone/>
              <a:defRPr sz="1867" b="1"/>
            </a:lvl6pPr>
            <a:lvl7pPr marL="3116929" indent="0">
              <a:buNone/>
              <a:defRPr sz="1867" b="1"/>
            </a:lvl7pPr>
            <a:lvl8pPr marL="3636417" indent="0">
              <a:buNone/>
              <a:defRPr sz="1867" b="1"/>
            </a:lvl8pPr>
            <a:lvl9pPr marL="4155905" indent="0">
              <a:buNone/>
              <a:defRPr sz="1867" b="1"/>
            </a:lvl9pPr>
          </a:lstStyle>
          <a:p>
            <a:pPr lvl="0"/>
            <a:r>
              <a:rPr lang="en-US"/>
              <a:t>Click to edit Master text styles</a:t>
            </a:r>
          </a:p>
        </p:txBody>
      </p:sp>
      <p:sp>
        <p:nvSpPr>
          <p:cNvPr id="4" name="Content Placeholder 3"/>
          <p:cNvSpPr>
            <a:spLocks noGrp="1"/>
          </p:cNvSpPr>
          <p:nvPr>
            <p:ph sz="half" idx="2"/>
          </p:nvPr>
        </p:nvSpPr>
        <p:spPr>
          <a:xfrm>
            <a:off x="609600" y="1996751"/>
            <a:ext cx="5386917" cy="3951288"/>
          </a:xfrm>
        </p:spPr>
        <p:txBody>
          <a:bodyPr>
            <a:normAutofit/>
          </a:bodyPr>
          <a:lstStyle>
            <a:lvl1pPr>
              <a:defRPr sz="2267"/>
            </a:lvl1pPr>
            <a:lvl2pPr>
              <a:defRPr sz="2000"/>
            </a:lvl2pPr>
            <a:lvl3pPr>
              <a:defRPr sz="1867"/>
            </a:lvl3pPr>
            <a:lvl4pPr>
              <a:defRPr sz="1600"/>
            </a:lvl4pPr>
            <a:lvl5pPr>
              <a:defRPr sz="1600"/>
            </a:lvl5pPr>
            <a:lvl6pPr>
              <a:defRPr sz="1867"/>
            </a:lvl6pPr>
            <a:lvl7pPr>
              <a:defRPr sz="1867"/>
            </a:lvl7pPr>
            <a:lvl8pPr>
              <a:defRPr sz="1867"/>
            </a:lvl8pPr>
            <a:lvl9pPr>
              <a:defRPr sz="1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6193369" y="1356988"/>
            <a:ext cx="5389033" cy="639763"/>
          </a:xfrm>
        </p:spPr>
        <p:txBody>
          <a:bodyPr anchor="ctr">
            <a:normAutofit/>
          </a:bodyPr>
          <a:lstStyle>
            <a:lvl1pPr marL="0" indent="0">
              <a:buNone/>
              <a:defRPr sz="2267" b="1"/>
            </a:lvl1pPr>
            <a:lvl2pPr marL="519488" indent="0">
              <a:buNone/>
              <a:defRPr sz="2267" b="1"/>
            </a:lvl2pPr>
            <a:lvl3pPr marL="1038977" indent="0">
              <a:buNone/>
              <a:defRPr sz="2000" b="1"/>
            </a:lvl3pPr>
            <a:lvl4pPr marL="1558465" indent="0">
              <a:buNone/>
              <a:defRPr sz="1867" b="1"/>
            </a:lvl4pPr>
            <a:lvl5pPr marL="2077952" indent="0">
              <a:buNone/>
              <a:defRPr sz="1867" b="1"/>
            </a:lvl5pPr>
            <a:lvl6pPr marL="2597440" indent="0">
              <a:buNone/>
              <a:defRPr sz="1867" b="1"/>
            </a:lvl6pPr>
            <a:lvl7pPr marL="3116929" indent="0">
              <a:buNone/>
              <a:defRPr sz="1867" b="1"/>
            </a:lvl7pPr>
            <a:lvl8pPr marL="3636417" indent="0">
              <a:buNone/>
              <a:defRPr sz="1867" b="1"/>
            </a:lvl8pPr>
            <a:lvl9pPr marL="4155905" indent="0">
              <a:buNone/>
              <a:defRPr sz="1867" b="1"/>
            </a:lvl9pPr>
          </a:lstStyle>
          <a:p>
            <a:pPr lvl="0"/>
            <a:r>
              <a:rPr lang="en-US"/>
              <a:t>Click to edit Master text styles</a:t>
            </a:r>
          </a:p>
        </p:txBody>
      </p:sp>
      <p:sp>
        <p:nvSpPr>
          <p:cNvPr id="6" name="Content Placeholder 5"/>
          <p:cNvSpPr>
            <a:spLocks noGrp="1"/>
          </p:cNvSpPr>
          <p:nvPr>
            <p:ph sz="quarter" idx="4"/>
          </p:nvPr>
        </p:nvSpPr>
        <p:spPr>
          <a:xfrm>
            <a:off x="6193369" y="1996751"/>
            <a:ext cx="5389033" cy="3951288"/>
          </a:xfrm>
        </p:spPr>
        <p:txBody>
          <a:bodyPr>
            <a:normAutofit/>
          </a:bodyPr>
          <a:lstStyle>
            <a:lvl1pPr>
              <a:defRPr sz="2267"/>
            </a:lvl1pPr>
            <a:lvl2pPr>
              <a:defRPr sz="2000"/>
            </a:lvl2pPr>
            <a:lvl3pPr>
              <a:defRPr sz="1867"/>
            </a:lvl3pPr>
            <a:lvl4pPr>
              <a:defRPr sz="1600"/>
            </a:lvl4pPr>
            <a:lvl5pPr>
              <a:defRPr sz="1600"/>
            </a:lvl5pPr>
            <a:lvl6pPr>
              <a:defRPr sz="1867"/>
            </a:lvl6pPr>
            <a:lvl7pPr>
              <a:defRPr sz="1867"/>
            </a:lvl7pPr>
            <a:lvl8pPr>
              <a:defRPr sz="1867"/>
            </a:lvl8pPr>
            <a:lvl9pPr>
              <a:defRPr sz="1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itle 1"/>
          <p:cNvSpPr>
            <a:spLocks noGrp="1"/>
          </p:cNvSpPr>
          <p:nvPr>
            <p:ph type="title"/>
          </p:nvPr>
        </p:nvSpPr>
        <p:spPr>
          <a:xfrm>
            <a:off x="609600" y="274637"/>
            <a:ext cx="10972800" cy="994123"/>
          </a:xfrm>
        </p:spPr>
        <p:txBody>
          <a:bodyPr/>
          <a:lstStyle/>
          <a:p>
            <a:r>
              <a:rPr lang="en-US"/>
              <a:t>Click to edit Master title style</a:t>
            </a:r>
            <a:endParaRPr lang="en-GB" dirty="0"/>
          </a:p>
        </p:txBody>
      </p:sp>
    </p:spTree>
    <p:extLst>
      <p:ext uri="{BB962C8B-B14F-4D97-AF65-F5344CB8AC3E}">
        <p14:creationId xmlns:p14="http://schemas.microsoft.com/office/powerpoint/2010/main" val="2477777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7" name="Title 1"/>
          <p:cNvSpPr>
            <a:spLocks noGrp="1"/>
          </p:cNvSpPr>
          <p:nvPr>
            <p:ph type="title"/>
          </p:nvPr>
        </p:nvSpPr>
        <p:spPr>
          <a:xfrm>
            <a:off x="609600" y="274637"/>
            <a:ext cx="10972800" cy="994123"/>
          </a:xfrm>
        </p:spPr>
        <p:txBody>
          <a:bodyPr/>
          <a:lstStyle/>
          <a:p>
            <a:r>
              <a:rPr lang="en-US"/>
              <a:t>Click to edit Master title style</a:t>
            </a:r>
            <a:endParaRPr lang="en-GB" dirty="0"/>
          </a:p>
        </p:txBody>
      </p:sp>
    </p:spTree>
    <p:extLst>
      <p:ext uri="{BB962C8B-B14F-4D97-AF65-F5344CB8AC3E}">
        <p14:creationId xmlns:p14="http://schemas.microsoft.com/office/powerpoint/2010/main" val="2261058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pic>
        <p:nvPicPr>
          <p:cNvPr id="7" name="Picture 6" descr="Chart&#10;&#10;Description automatically generated with low confidence">
            <a:extLst>
              <a:ext uri="{FF2B5EF4-FFF2-40B4-BE49-F238E27FC236}">
                <a16:creationId xmlns:a16="http://schemas.microsoft.com/office/drawing/2014/main" id="{F4814FA2-8781-4A40-BC3B-4467FA2908BA}"/>
              </a:ext>
            </a:extLst>
          </p:cNvPr>
          <p:cNvPicPr>
            <a:picLocks noChangeAspect="1"/>
          </p:cNvPicPr>
          <p:nvPr/>
        </p:nvPicPr>
        <p:blipFill rotWithShape="1">
          <a:blip r:embed="rId2">
            <a:extLst>
              <a:ext uri="{28A0092B-C50C-407E-A947-70E740481C1C}">
                <a14:useLocalDpi xmlns:a14="http://schemas.microsoft.com/office/drawing/2010/main" val="0"/>
              </a:ext>
            </a:extLst>
          </a:blip>
          <a:srcRect l="6688" t="19201" r="63387" b="41600"/>
          <a:stretch/>
        </p:blipFill>
        <p:spPr>
          <a:xfrm>
            <a:off x="815414" y="1316765"/>
            <a:ext cx="3648405" cy="2688299"/>
          </a:xfrm>
          <a:prstGeom prst="rect">
            <a:avLst/>
          </a:prstGeom>
        </p:spPr>
      </p:pic>
    </p:spTree>
    <p:extLst>
      <p:ext uri="{BB962C8B-B14F-4D97-AF65-F5344CB8AC3E}">
        <p14:creationId xmlns:p14="http://schemas.microsoft.com/office/powerpoint/2010/main" val="570247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7E278F4-0185-7B2E-89C8-3E498A59D04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808" y="0"/>
            <a:ext cx="12188385" cy="6857997"/>
          </a:xfrm>
          <a:prstGeom prst="rect">
            <a:avLst/>
          </a:prstGeom>
        </p:spPr>
      </p:pic>
      <p:sp>
        <p:nvSpPr>
          <p:cNvPr id="2" name="Title 1"/>
          <p:cNvSpPr>
            <a:spLocks noGrp="1"/>
          </p:cNvSpPr>
          <p:nvPr>
            <p:ph type="ctrTitle"/>
          </p:nvPr>
        </p:nvSpPr>
        <p:spPr>
          <a:xfrm>
            <a:off x="626162" y="1748409"/>
            <a:ext cx="6995441" cy="1470025"/>
          </a:xfrm>
        </p:spPr>
        <p:txBody>
          <a:bodyPr>
            <a:normAutofit/>
          </a:bodyPr>
          <a:lstStyle>
            <a:lvl1pPr algn="l">
              <a:defRPr sz="3600" b="1">
                <a:solidFill>
                  <a:schemeClr val="bg1"/>
                </a:solidFill>
                <a:latin typeface="Arial Nova" pitchFamily="34" charset="0"/>
              </a:defRPr>
            </a:lvl1pPr>
          </a:lstStyle>
          <a:p>
            <a:r>
              <a:rPr lang="en-US"/>
              <a:t>Click to edit Master title style</a:t>
            </a:r>
            <a:endParaRPr lang="en-GB" dirty="0"/>
          </a:p>
        </p:txBody>
      </p:sp>
      <p:sp>
        <p:nvSpPr>
          <p:cNvPr id="3" name="Subtitle 2"/>
          <p:cNvSpPr>
            <a:spLocks noGrp="1"/>
          </p:cNvSpPr>
          <p:nvPr>
            <p:ph type="subTitle" idx="1"/>
          </p:nvPr>
        </p:nvSpPr>
        <p:spPr>
          <a:xfrm>
            <a:off x="643703" y="3260576"/>
            <a:ext cx="6958927" cy="1752600"/>
          </a:xfrm>
        </p:spPr>
        <p:txBody>
          <a:bodyPr>
            <a:normAutofit/>
          </a:bodyPr>
          <a:lstStyle>
            <a:lvl1pPr marL="0" indent="0" algn="l">
              <a:buNone/>
              <a:defRPr sz="2000">
                <a:solidFill>
                  <a:schemeClr val="bg1"/>
                </a:solidFill>
                <a:latin typeface="Arial Nova" pitchFamily="34" charset="0"/>
              </a:defRPr>
            </a:lvl1pPr>
            <a:lvl2pPr marL="519488" indent="0" algn="ctr">
              <a:buNone/>
              <a:defRPr>
                <a:solidFill>
                  <a:schemeClr val="tx1">
                    <a:tint val="75000"/>
                  </a:schemeClr>
                </a:solidFill>
              </a:defRPr>
            </a:lvl2pPr>
            <a:lvl3pPr marL="1038977" indent="0" algn="ctr">
              <a:buNone/>
              <a:defRPr>
                <a:solidFill>
                  <a:schemeClr val="tx1">
                    <a:tint val="75000"/>
                  </a:schemeClr>
                </a:solidFill>
              </a:defRPr>
            </a:lvl3pPr>
            <a:lvl4pPr marL="1558465" indent="0" algn="ctr">
              <a:buNone/>
              <a:defRPr>
                <a:solidFill>
                  <a:schemeClr val="tx1">
                    <a:tint val="75000"/>
                  </a:schemeClr>
                </a:solidFill>
              </a:defRPr>
            </a:lvl4pPr>
            <a:lvl5pPr marL="2077952" indent="0" algn="ctr">
              <a:buNone/>
              <a:defRPr>
                <a:solidFill>
                  <a:schemeClr val="tx1">
                    <a:tint val="75000"/>
                  </a:schemeClr>
                </a:solidFill>
              </a:defRPr>
            </a:lvl5pPr>
            <a:lvl6pPr marL="2597440" indent="0" algn="ctr">
              <a:buNone/>
              <a:defRPr>
                <a:solidFill>
                  <a:schemeClr val="tx1">
                    <a:tint val="75000"/>
                  </a:schemeClr>
                </a:solidFill>
              </a:defRPr>
            </a:lvl6pPr>
            <a:lvl7pPr marL="3116929" indent="0" algn="ctr">
              <a:buNone/>
              <a:defRPr>
                <a:solidFill>
                  <a:schemeClr val="tx1">
                    <a:tint val="75000"/>
                  </a:schemeClr>
                </a:solidFill>
              </a:defRPr>
            </a:lvl7pPr>
            <a:lvl8pPr marL="3636417" indent="0" algn="ctr">
              <a:buNone/>
              <a:defRPr>
                <a:solidFill>
                  <a:schemeClr val="tx1">
                    <a:tint val="75000"/>
                  </a:schemeClr>
                </a:solidFill>
              </a:defRPr>
            </a:lvl8pPr>
            <a:lvl9pPr marL="4155905"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227053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7E278F4-0185-7B2E-89C8-3E498A59D04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808" y="0"/>
            <a:ext cx="12188385" cy="6857997"/>
          </a:xfrm>
          <a:prstGeom prst="rect">
            <a:avLst/>
          </a:prstGeom>
        </p:spPr>
      </p:pic>
      <p:sp>
        <p:nvSpPr>
          <p:cNvPr id="2" name="Title 1"/>
          <p:cNvSpPr>
            <a:spLocks noGrp="1"/>
          </p:cNvSpPr>
          <p:nvPr>
            <p:ph type="ctrTitle"/>
          </p:nvPr>
        </p:nvSpPr>
        <p:spPr>
          <a:xfrm>
            <a:off x="626162" y="1748409"/>
            <a:ext cx="6995441" cy="1470025"/>
          </a:xfrm>
        </p:spPr>
        <p:txBody>
          <a:bodyPr>
            <a:normAutofit/>
          </a:bodyPr>
          <a:lstStyle>
            <a:lvl1pPr algn="l">
              <a:defRPr sz="3600" b="1">
                <a:solidFill>
                  <a:schemeClr val="tx1"/>
                </a:solidFill>
                <a:latin typeface="Arial Nova" pitchFamily="34" charset="0"/>
              </a:defRPr>
            </a:lvl1pPr>
          </a:lstStyle>
          <a:p>
            <a:r>
              <a:rPr lang="en-US"/>
              <a:t>Click to edit Master title style</a:t>
            </a:r>
            <a:endParaRPr lang="en-GB" dirty="0"/>
          </a:p>
        </p:txBody>
      </p:sp>
      <p:sp>
        <p:nvSpPr>
          <p:cNvPr id="3" name="Subtitle 2"/>
          <p:cNvSpPr>
            <a:spLocks noGrp="1"/>
          </p:cNvSpPr>
          <p:nvPr>
            <p:ph type="subTitle" idx="1"/>
          </p:nvPr>
        </p:nvSpPr>
        <p:spPr>
          <a:xfrm>
            <a:off x="643703" y="3260576"/>
            <a:ext cx="6958927" cy="1752600"/>
          </a:xfrm>
        </p:spPr>
        <p:txBody>
          <a:bodyPr>
            <a:normAutofit/>
          </a:bodyPr>
          <a:lstStyle>
            <a:lvl1pPr marL="0" indent="0" algn="l">
              <a:buNone/>
              <a:defRPr sz="2000">
                <a:solidFill>
                  <a:schemeClr val="tx1"/>
                </a:solidFill>
                <a:latin typeface="Arial Nova" pitchFamily="34" charset="0"/>
              </a:defRPr>
            </a:lvl1pPr>
            <a:lvl2pPr marL="519488" indent="0" algn="ctr">
              <a:buNone/>
              <a:defRPr>
                <a:solidFill>
                  <a:schemeClr val="tx1">
                    <a:tint val="75000"/>
                  </a:schemeClr>
                </a:solidFill>
              </a:defRPr>
            </a:lvl2pPr>
            <a:lvl3pPr marL="1038977" indent="0" algn="ctr">
              <a:buNone/>
              <a:defRPr>
                <a:solidFill>
                  <a:schemeClr val="tx1">
                    <a:tint val="75000"/>
                  </a:schemeClr>
                </a:solidFill>
              </a:defRPr>
            </a:lvl3pPr>
            <a:lvl4pPr marL="1558465" indent="0" algn="ctr">
              <a:buNone/>
              <a:defRPr>
                <a:solidFill>
                  <a:schemeClr val="tx1">
                    <a:tint val="75000"/>
                  </a:schemeClr>
                </a:solidFill>
              </a:defRPr>
            </a:lvl4pPr>
            <a:lvl5pPr marL="2077952" indent="0" algn="ctr">
              <a:buNone/>
              <a:defRPr>
                <a:solidFill>
                  <a:schemeClr val="tx1">
                    <a:tint val="75000"/>
                  </a:schemeClr>
                </a:solidFill>
              </a:defRPr>
            </a:lvl5pPr>
            <a:lvl6pPr marL="2597440" indent="0" algn="ctr">
              <a:buNone/>
              <a:defRPr>
                <a:solidFill>
                  <a:schemeClr val="tx1">
                    <a:tint val="75000"/>
                  </a:schemeClr>
                </a:solidFill>
              </a:defRPr>
            </a:lvl6pPr>
            <a:lvl7pPr marL="3116929" indent="0" algn="ctr">
              <a:buNone/>
              <a:defRPr>
                <a:solidFill>
                  <a:schemeClr val="tx1">
                    <a:tint val="75000"/>
                  </a:schemeClr>
                </a:solidFill>
              </a:defRPr>
            </a:lvl7pPr>
            <a:lvl8pPr marL="3636417" indent="0" algn="ctr">
              <a:buNone/>
              <a:defRPr>
                <a:solidFill>
                  <a:schemeClr val="tx1">
                    <a:tint val="75000"/>
                  </a:schemeClr>
                </a:solidFill>
              </a:defRPr>
            </a:lvl8pPr>
            <a:lvl9pPr marL="4155905"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1801630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7"/>
            <a:ext cx="10972800" cy="994123"/>
          </a:xfrm>
        </p:spPr>
        <p:txBody>
          <a:bodyPr>
            <a:normAutofit/>
          </a:bodyPr>
          <a:lstStyle>
            <a:lvl1pPr>
              <a:defRPr sz="3200"/>
            </a:lvl1pPr>
          </a:lstStyle>
          <a:p>
            <a:r>
              <a:rPr lang="en-US"/>
              <a:t>Click to edit Master title style</a:t>
            </a:r>
            <a:endParaRPr lang="en-GB" dirty="0"/>
          </a:p>
        </p:txBody>
      </p:sp>
      <p:sp>
        <p:nvSpPr>
          <p:cNvPr id="3" name="Content Placeholder 2"/>
          <p:cNvSpPr>
            <a:spLocks noGrp="1"/>
          </p:cNvSpPr>
          <p:nvPr>
            <p:ph idx="1"/>
          </p:nvPr>
        </p:nvSpPr>
        <p:spPr>
          <a:xfrm>
            <a:off x="609600" y="1412776"/>
            <a:ext cx="10972800" cy="4525387"/>
          </a:xfrm>
        </p:spPr>
        <p:txBody>
          <a:bodyPr>
            <a:normAutofit/>
          </a:bodyPr>
          <a:lstStyle>
            <a:lvl1pPr>
              <a:defRPr sz="2667"/>
            </a:lvl1pPr>
            <a:lvl2pPr>
              <a:defRPr sz="2267"/>
            </a:lvl2pPr>
            <a:lvl3pPr>
              <a:defRPr sz="2000"/>
            </a:lvl3pPr>
            <a:lvl4pPr>
              <a:defRPr sz="1867"/>
            </a:lvl4pPr>
            <a:lvl5pPr>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993223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1236" y="1412776"/>
            <a:ext cx="5310909" cy="4525963"/>
          </a:xfrm>
        </p:spPr>
        <p:txBody>
          <a:bodyPr>
            <a:normAutofit/>
          </a:bodyPr>
          <a:lstStyle>
            <a:lvl1pPr>
              <a:defRPr sz="2667"/>
            </a:lvl1pPr>
            <a:lvl2pPr>
              <a:defRPr sz="2267"/>
            </a:lvl2pPr>
            <a:lvl3pPr>
              <a:defRPr sz="2000"/>
            </a:lvl3pPr>
            <a:lvl4pPr>
              <a:defRPr sz="1867"/>
            </a:lvl4pPr>
            <a:lvl5pPr>
              <a:defRPr sz="1867"/>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79855" y="1412776"/>
            <a:ext cx="5310909" cy="4525963"/>
          </a:xfrm>
        </p:spPr>
        <p:txBody>
          <a:bodyPr>
            <a:normAutofit/>
          </a:bodyPr>
          <a:lstStyle>
            <a:lvl1pPr>
              <a:defRPr sz="2667"/>
            </a:lvl1pPr>
            <a:lvl2pPr>
              <a:defRPr sz="2267"/>
            </a:lvl2pPr>
            <a:lvl3pPr>
              <a:defRPr sz="2000"/>
            </a:lvl3pPr>
            <a:lvl4pPr>
              <a:defRPr sz="1867"/>
            </a:lvl4pPr>
            <a:lvl5pPr>
              <a:defRPr sz="1867"/>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itle 1"/>
          <p:cNvSpPr>
            <a:spLocks noGrp="1"/>
          </p:cNvSpPr>
          <p:nvPr>
            <p:ph type="title"/>
          </p:nvPr>
        </p:nvSpPr>
        <p:spPr>
          <a:xfrm>
            <a:off x="609600" y="274637"/>
            <a:ext cx="10972800" cy="994123"/>
          </a:xfrm>
        </p:spPr>
        <p:txBody>
          <a:bodyPr/>
          <a:lstStyle/>
          <a:p>
            <a:r>
              <a:rPr lang="en-US"/>
              <a:t>Click to edit Master title style</a:t>
            </a:r>
            <a:endParaRPr lang="en-GB" dirty="0"/>
          </a:p>
        </p:txBody>
      </p:sp>
    </p:spTree>
    <p:extLst>
      <p:ext uri="{BB962C8B-B14F-4D97-AF65-F5344CB8AC3E}">
        <p14:creationId xmlns:p14="http://schemas.microsoft.com/office/powerpoint/2010/main" val="1902820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356988"/>
            <a:ext cx="5386917" cy="639763"/>
          </a:xfrm>
        </p:spPr>
        <p:txBody>
          <a:bodyPr anchor="ctr">
            <a:normAutofit/>
          </a:bodyPr>
          <a:lstStyle>
            <a:lvl1pPr marL="0" indent="0">
              <a:buNone/>
              <a:defRPr sz="2267" b="1"/>
            </a:lvl1pPr>
            <a:lvl2pPr marL="519488" indent="0">
              <a:buNone/>
              <a:defRPr sz="2267" b="1"/>
            </a:lvl2pPr>
            <a:lvl3pPr marL="1038977" indent="0">
              <a:buNone/>
              <a:defRPr sz="2000" b="1"/>
            </a:lvl3pPr>
            <a:lvl4pPr marL="1558465" indent="0">
              <a:buNone/>
              <a:defRPr sz="1867" b="1"/>
            </a:lvl4pPr>
            <a:lvl5pPr marL="2077952" indent="0">
              <a:buNone/>
              <a:defRPr sz="1867" b="1"/>
            </a:lvl5pPr>
            <a:lvl6pPr marL="2597440" indent="0">
              <a:buNone/>
              <a:defRPr sz="1867" b="1"/>
            </a:lvl6pPr>
            <a:lvl7pPr marL="3116929" indent="0">
              <a:buNone/>
              <a:defRPr sz="1867" b="1"/>
            </a:lvl7pPr>
            <a:lvl8pPr marL="3636417" indent="0">
              <a:buNone/>
              <a:defRPr sz="1867" b="1"/>
            </a:lvl8pPr>
            <a:lvl9pPr marL="4155905" indent="0">
              <a:buNone/>
              <a:defRPr sz="1867" b="1"/>
            </a:lvl9pPr>
          </a:lstStyle>
          <a:p>
            <a:pPr lvl="0"/>
            <a:r>
              <a:rPr lang="en-US"/>
              <a:t>Click to edit Master text styles</a:t>
            </a:r>
          </a:p>
        </p:txBody>
      </p:sp>
      <p:sp>
        <p:nvSpPr>
          <p:cNvPr id="4" name="Content Placeholder 3"/>
          <p:cNvSpPr>
            <a:spLocks noGrp="1"/>
          </p:cNvSpPr>
          <p:nvPr>
            <p:ph sz="half" idx="2"/>
          </p:nvPr>
        </p:nvSpPr>
        <p:spPr>
          <a:xfrm>
            <a:off x="609600" y="1996751"/>
            <a:ext cx="5386917" cy="3951288"/>
          </a:xfrm>
        </p:spPr>
        <p:txBody>
          <a:bodyPr>
            <a:normAutofit/>
          </a:bodyPr>
          <a:lstStyle>
            <a:lvl1pPr>
              <a:defRPr sz="2267"/>
            </a:lvl1pPr>
            <a:lvl2pPr>
              <a:defRPr sz="2000"/>
            </a:lvl2pPr>
            <a:lvl3pPr>
              <a:defRPr sz="1867"/>
            </a:lvl3pPr>
            <a:lvl4pPr>
              <a:defRPr sz="1600"/>
            </a:lvl4pPr>
            <a:lvl5pPr>
              <a:defRPr sz="1600"/>
            </a:lvl5pPr>
            <a:lvl6pPr>
              <a:defRPr sz="1867"/>
            </a:lvl6pPr>
            <a:lvl7pPr>
              <a:defRPr sz="1867"/>
            </a:lvl7pPr>
            <a:lvl8pPr>
              <a:defRPr sz="1867"/>
            </a:lvl8pPr>
            <a:lvl9pPr>
              <a:defRPr sz="1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6193369" y="1356988"/>
            <a:ext cx="5389033" cy="639763"/>
          </a:xfrm>
        </p:spPr>
        <p:txBody>
          <a:bodyPr anchor="ctr">
            <a:normAutofit/>
          </a:bodyPr>
          <a:lstStyle>
            <a:lvl1pPr marL="0" indent="0">
              <a:buNone/>
              <a:defRPr sz="2267" b="1"/>
            </a:lvl1pPr>
            <a:lvl2pPr marL="519488" indent="0">
              <a:buNone/>
              <a:defRPr sz="2267" b="1"/>
            </a:lvl2pPr>
            <a:lvl3pPr marL="1038977" indent="0">
              <a:buNone/>
              <a:defRPr sz="2000" b="1"/>
            </a:lvl3pPr>
            <a:lvl4pPr marL="1558465" indent="0">
              <a:buNone/>
              <a:defRPr sz="1867" b="1"/>
            </a:lvl4pPr>
            <a:lvl5pPr marL="2077952" indent="0">
              <a:buNone/>
              <a:defRPr sz="1867" b="1"/>
            </a:lvl5pPr>
            <a:lvl6pPr marL="2597440" indent="0">
              <a:buNone/>
              <a:defRPr sz="1867" b="1"/>
            </a:lvl6pPr>
            <a:lvl7pPr marL="3116929" indent="0">
              <a:buNone/>
              <a:defRPr sz="1867" b="1"/>
            </a:lvl7pPr>
            <a:lvl8pPr marL="3636417" indent="0">
              <a:buNone/>
              <a:defRPr sz="1867" b="1"/>
            </a:lvl8pPr>
            <a:lvl9pPr marL="4155905" indent="0">
              <a:buNone/>
              <a:defRPr sz="1867" b="1"/>
            </a:lvl9pPr>
          </a:lstStyle>
          <a:p>
            <a:pPr lvl="0"/>
            <a:r>
              <a:rPr lang="en-US"/>
              <a:t>Click to edit Master text styles</a:t>
            </a:r>
          </a:p>
        </p:txBody>
      </p:sp>
      <p:sp>
        <p:nvSpPr>
          <p:cNvPr id="6" name="Content Placeholder 5"/>
          <p:cNvSpPr>
            <a:spLocks noGrp="1"/>
          </p:cNvSpPr>
          <p:nvPr>
            <p:ph sz="quarter" idx="4"/>
          </p:nvPr>
        </p:nvSpPr>
        <p:spPr>
          <a:xfrm>
            <a:off x="6193369" y="1996751"/>
            <a:ext cx="5389033" cy="3951288"/>
          </a:xfrm>
        </p:spPr>
        <p:txBody>
          <a:bodyPr>
            <a:normAutofit/>
          </a:bodyPr>
          <a:lstStyle>
            <a:lvl1pPr>
              <a:defRPr sz="2267"/>
            </a:lvl1pPr>
            <a:lvl2pPr>
              <a:defRPr sz="2000"/>
            </a:lvl2pPr>
            <a:lvl3pPr>
              <a:defRPr sz="1867"/>
            </a:lvl3pPr>
            <a:lvl4pPr>
              <a:defRPr sz="1600"/>
            </a:lvl4pPr>
            <a:lvl5pPr>
              <a:defRPr sz="1600"/>
            </a:lvl5pPr>
            <a:lvl6pPr>
              <a:defRPr sz="1867"/>
            </a:lvl6pPr>
            <a:lvl7pPr>
              <a:defRPr sz="1867"/>
            </a:lvl7pPr>
            <a:lvl8pPr>
              <a:defRPr sz="1867"/>
            </a:lvl8pPr>
            <a:lvl9pPr>
              <a:defRPr sz="1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itle 1"/>
          <p:cNvSpPr>
            <a:spLocks noGrp="1"/>
          </p:cNvSpPr>
          <p:nvPr>
            <p:ph type="title"/>
          </p:nvPr>
        </p:nvSpPr>
        <p:spPr>
          <a:xfrm>
            <a:off x="609600" y="274637"/>
            <a:ext cx="10972800" cy="994123"/>
          </a:xfrm>
        </p:spPr>
        <p:txBody>
          <a:bodyPr/>
          <a:lstStyle/>
          <a:p>
            <a:r>
              <a:rPr lang="en-US"/>
              <a:t>Click to edit Master title style</a:t>
            </a:r>
            <a:endParaRPr lang="en-GB" dirty="0"/>
          </a:p>
        </p:txBody>
      </p:sp>
    </p:spTree>
    <p:extLst>
      <p:ext uri="{BB962C8B-B14F-4D97-AF65-F5344CB8AC3E}">
        <p14:creationId xmlns:p14="http://schemas.microsoft.com/office/powerpoint/2010/main" val="1987708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1"/>
          <p:cNvSpPr>
            <a:spLocks noGrp="1"/>
          </p:cNvSpPr>
          <p:nvPr>
            <p:ph type="title"/>
          </p:nvPr>
        </p:nvSpPr>
        <p:spPr>
          <a:xfrm>
            <a:off x="609600" y="274637"/>
            <a:ext cx="10972800" cy="994123"/>
          </a:xfrm>
        </p:spPr>
        <p:txBody>
          <a:bodyPr/>
          <a:lstStyle/>
          <a:p>
            <a:r>
              <a:rPr lang="en-US"/>
              <a:t>Click to edit Master title style</a:t>
            </a:r>
            <a:endParaRPr lang="en-GB" dirty="0"/>
          </a:p>
        </p:txBody>
      </p:sp>
    </p:spTree>
    <p:extLst>
      <p:ext uri="{BB962C8B-B14F-4D97-AF65-F5344CB8AC3E}">
        <p14:creationId xmlns:p14="http://schemas.microsoft.com/office/powerpoint/2010/main" val="1845355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7E278F4-0185-7B2E-89C8-3E498A59D04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808" y="0"/>
            <a:ext cx="12188385" cy="6857997"/>
          </a:xfrm>
          <a:prstGeom prst="rect">
            <a:avLst/>
          </a:prstGeom>
        </p:spPr>
      </p:pic>
      <p:sp>
        <p:nvSpPr>
          <p:cNvPr id="2" name="Title 1"/>
          <p:cNvSpPr>
            <a:spLocks noGrp="1"/>
          </p:cNvSpPr>
          <p:nvPr>
            <p:ph type="ctrTitle"/>
          </p:nvPr>
        </p:nvSpPr>
        <p:spPr>
          <a:xfrm>
            <a:off x="626162" y="1748409"/>
            <a:ext cx="6995441" cy="1470025"/>
          </a:xfrm>
        </p:spPr>
        <p:txBody>
          <a:bodyPr>
            <a:normAutofit/>
          </a:bodyPr>
          <a:lstStyle>
            <a:lvl1pPr algn="l">
              <a:defRPr sz="3600" b="1">
                <a:solidFill>
                  <a:schemeClr val="tx1"/>
                </a:solidFill>
                <a:latin typeface="Arial Nova" pitchFamily="34" charset="0"/>
              </a:defRPr>
            </a:lvl1pPr>
          </a:lstStyle>
          <a:p>
            <a:r>
              <a:rPr lang="en-US"/>
              <a:t>Click to edit Master title style</a:t>
            </a:r>
            <a:endParaRPr lang="en-GB" dirty="0"/>
          </a:p>
        </p:txBody>
      </p:sp>
      <p:sp>
        <p:nvSpPr>
          <p:cNvPr id="3" name="Subtitle 2"/>
          <p:cNvSpPr>
            <a:spLocks noGrp="1"/>
          </p:cNvSpPr>
          <p:nvPr>
            <p:ph type="subTitle" idx="1"/>
          </p:nvPr>
        </p:nvSpPr>
        <p:spPr>
          <a:xfrm>
            <a:off x="643703" y="3260576"/>
            <a:ext cx="6958927" cy="1752600"/>
          </a:xfrm>
        </p:spPr>
        <p:txBody>
          <a:bodyPr>
            <a:normAutofit/>
          </a:bodyPr>
          <a:lstStyle>
            <a:lvl1pPr marL="0" indent="0" algn="l">
              <a:buNone/>
              <a:defRPr sz="2000">
                <a:solidFill>
                  <a:schemeClr val="tx1"/>
                </a:solidFill>
                <a:latin typeface="Arial Nova" pitchFamily="34" charset="0"/>
              </a:defRPr>
            </a:lvl1pPr>
            <a:lvl2pPr marL="519488" indent="0" algn="ctr">
              <a:buNone/>
              <a:defRPr>
                <a:solidFill>
                  <a:schemeClr val="tx1">
                    <a:tint val="75000"/>
                  </a:schemeClr>
                </a:solidFill>
              </a:defRPr>
            </a:lvl2pPr>
            <a:lvl3pPr marL="1038977" indent="0" algn="ctr">
              <a:buNone/>
              <a:defRPr>
                <a:solidFill>
                  <a:schemeClr val="tx1">
                    <a:tint val="75000"/>
                  </a:schemeClr>
                </a:solidFill>
              </a:defRPr>
            </a:lvl3pPr>
            <a:lvl4pPr marL="1558465" indent="0" algn="ctr">
              <a:buNone/>
              <a:defRPr>
                <a:solidFill>
                  <a:schemeClr val="tx1">
                    <a:tint val="75000"/>
                  </a:schemeClr>
                </a:solidFill>
              </a:defRPr>
            </a:lvl4pPr>
            <a:lvl5pPr marL="2077952" indent="0" algn="ctr">
              <a:buNone/>
              <a:defRPr>
                <a:solidFill>
                  <a:schemeClr val="tx1">
                    <a:tint val="75000"/>
                  </a:schemeClr>
                </a:solidFill>
              </a:defRPr>
            </a:lvl5pPr>
            <a:lvl6pPr marL="2597440" indent="0" algn="ctr">
              <a:buNone/>
              <a:defRPr>
                <a:solidFill>
                  <a:schemeClr val="tx1">
                    <a:tint val="75000"/>
                  </a:schemeClr>
                </a:solidFill>
              </a:defRPr>
            </a:lvl6pPr>
            <a:lvl7pPr marL="3116929" indent="0" algn="ctr">
              <a:buNone/>
              <a:defRPr>
                <a:solidFill>
                  <a:schemeClr val="tx1">
                    <a:tint val="75000"/>
                  </a:schemeClr>
                </a:solidFill>
              </a:defRPr>
            </a:lvl7pPr>
            <a:lvl8pPr marL="3636417" indent="0" algn="ctr">
              <a:buNone/>
              <a:defRPr>
                <a:solidFill>
                  <a:schemeClr val="tx1">
                    <a:tint val="75000"/>
                  </a:schemeClr>
                </a:solidFill>
              </a:defRPr>
            </a:lvl8pPr>
            <a:lvl9pPr marL="4155905"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4185123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7E278F4-0185-7B2E-89C8-3E498A59D04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808" y="0"/>
            <a:ext cx="12188385" cy="6857997"/>
          </a:xfrm>
          <a:prstGeom prst="rect">
            <a:avLst/>
          </a:prstGeom>
        </p:spPr>
      </p:pic>
      <p:sp>
        <p:nvSpPr>
          <p:cNvPr id="2" name="Title 1"/>
          <p:cNvSpPr>
            <a:spLocks noGrp="1"/>
          </p:cNvSpPr>
          <p:nvPr>
            <p:ph type="ctrTitle"/>
          </p:nvPr>
        </p:nvSpPr>
        <p:spPr>
          <a:xfrm>
            <a:off x="626162" y="1748409"/>
            <a:ext cx="6995441" cy="1470025"/>
          </a:xfrm>
        </p:spPr>
        <p:txBody>
          <a:bodyPr>
            <a:normAutofit/>
          </a:bodyPr>
          <a:lstStyle>
            <a:lvl1pPr algn="l">
              <a:defRPr sz="3600" b="1">
                <a:solidFill>
                  <a:schemeClr val="tx1"/>
                </a:solidFill>
                <a:latin typeface="Arial Nova" pitchFamily="34" charset="0"/>
              </a:defRPr>
            </a:lvl1pPr>
          </a:lstStyle>
          <a:p>
            <a:r>
              <a:rPr lang="en-US"/>
              <a:t>Click to edit Master title style</a:t>
            </a:r>
            <a:endParaRPr lang="en-GB" dirty="0"/>
          </a:p>
        </p:txBody>
      </p:sp>
      <p:sp>
        <p:nvSpPr>
          <p:cNvPr id="3" name="Subtitle 2"/>
          <p:cNvSpPr>
            <a:spLocks noGrp="1"/>
          </p:cNvSpPr>
          <p:nvPr>
            <p:ph type="subTitle" idx="1"/>
          </p:nvPr>
        </p:nvSpPr>
        <p:spPr>
          <a:xfrm>
            <a:off x="643703" y="3260576"/>
            <a:ext cx="6958927" cy="1752600"/>
          </a:xfrm>
        </p:spPr>
        <p:txBody>
          <a:bodyPr>
            <a:normAutofit/>
          </a:bodyPr>
          <a:lstStyle>
            <a:lvl1pPr marL="0" indent="0" algn="l">
              <a:buNone/>
              <a:defRPr sz="2000">
                <a:solidFill>
                  <a:schemeClr val="tx1"/>
                </a:solidFill>
                <a:latin typeface="Arial Nova" pitchFamily="34" charset="0"/>
              </a:defRPr>
            </a:lvl1pPr>
            <a:lvl2pPr marL="519488" indent="0" algn="ctr">
              <a:buNone/>
              <a:defRPr>
                <a:solidFill>
                  <a:schemeClr val="tx1">
                    <a:tint val="75000"/>
                  </a:schemeClr>
                </a:solidFill>
              </a:defRPr>
            </a:lvl2pPr>
            <a:lvl3pPr marL="1038977" indent="0" algn="ctr">
              <a:buNone/>
              <a:defRPr>
                <a:solidFill>
                  <a:schemeClr val="tx1">
                    <a:tint val="75000"/>
                  </a:schemeClr>
                </a:solidFill>
              </a:defRPr>
            </a:lvl3pPr>
            <a:lvl4pPr marL="1558465" indent="0" algn="ctr">
              <a:buNone/>
              <a:defRPr>
                <a:solidFill>
                  <a:schemeClr val="tx1">
                    <a:tint val="75000"/>
                  </a:schemeClr>
                </a:solidFill>
              </a:defRPr>
            </a:lvl4pPr>
            <a:lvl5pPr marL="2077952" indent="0" algn="ctr">
              <a:buNone/>
              <a:defRPr>
                <a:solidFill>
                  <a:schemeClr val="tx1">
                    <a:tint val="75000"/>
                  </a:schemeClr>
                </a:solidFill>
              </a:defRPr>
            </a:lvl5pPr>
            <a:lvl6pPr marL="2597440" indent="0" algn="ctr">
              <a:buNone/>
              <a:defRPr>
                <a:solidFill>
                  <a:schemeClr val="tx1">
                    <a:tint val="75000"/>
                  </a:schemeClr>
                </a:solidFill>
              </a:defRPr>
            </a:lvl6pPr>
            <a:lvl7pPr marL="3116929" indent="0" algn="ctr">
              <a:buNone/>
              <a:defRPr>
                <a:solidFill>
                  <a:schemeClr val="tx1">
                    <a:tint val="75000"/>
                  </a:schemeClr>
                </a:solidFill>
              </a:defRPr>
            </a:lvl7pPr>
            <a:lvl8pPr marL="3636417" indent="0" algn="ctr">
              <a:buNone/>
              <a:defRPr>
                <a:solidFill>
                  <a:schemeClr val="tx1">
                    <a:tint val="75000"/>
                  </a:schemeClr>
                </a:solidFill>
              </a:defRPr>
            </a:lvl8pPr>
            <a:lvl9pPr marL="4155905"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1418526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7"/>
            <a:ext cx="10972800" cy="994123"/>
          </a:xfrm>
        </p:spPr>
        <p:txBody>
          <a:bodyPr>
            <a:normAutofit/>
          </a:bodyPr>
          <a:lstStyle>
            <a:lvl1pPr>
              <a:defRPr sz="3200"/>
            </a:lvl1pPr>
          </a:lstStyle>
          <a:p>
            <a:r>
              <a:rPr lang="en-US"/>
              <a:t>Click to edit Master title style</a:t>
            </a:r>
            <a:endParaRPr lang="en-GB" dirty="0"/>
          </a:p>
        </p:txBody>
      </p:sp>
      <p:sp>
        <p:nvSpPr>
          <p:cNvPr id="3" name="Content Placeholder 2"/>
          <p:cNvSpPr>
            <a:spLocks noGrp="1"/>
          </p:cNvSpPr>
          <p:nvPr>
            <p:ph idx="1"/>
          </p:nvPr>
        </p:nvSpPr>
        <p:spPr>
          <a:xfrm>
            <a:off x="609600" y="1412776"/>
            <a:ext cx="10972800" cy="4525387"/>
          </a:xfrm>
        </p:spPr>
        <p:txBody>
          <a:bodyPr>
            <a:normAutofit/>
          </a:bodyPr>
          <a:lstStyle>
            <a:lvl1pPr>
              <a:defRPr sz="2667"/>
            </a:lvl1pPr>
            <a:lvl2pPr>
              <a:defRPr sz="2267"/>
            </a:lvl2pPr>
            <a:lvl3pPr>
              <a:defRPr sz="2000"/>
            </a:lvl3pPr>
            <a:lvl4pPr>
              <a:defRPr sz="1867"/>
            </a:lvl4pPr>
            <a:lvl5pPr>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993466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1236" y="1412776"/>
            <a:ext cx="5310909" cy="4525963"/>
          </a:xfrm>
        </p:spPr>
        <p:txBody>
          <a:bodyPr>
            <a:normAutofit/>
          </a:bodyPr>
          <a:lstStyle>
            <a:lvl1pPr>
              <a:defRPr sz="2667"/>
            </a:lvl1pPr>
            <a:lvl2pPr>
              <a:defRPr sz="2267"/>
            </a:lvl2pPr>
            <a:lvl3pPr>
              <a:defRPr sz="2000"/>
            </a:lvl3pPr>
            <a:lvl4pPr>
              <a:defRPr sz="1867"/>
            </a:lvl4pPr>
            <a:lvl5pPr>
              <a:defRPr sz="1867"/>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79855" y="1412776"/>
            <a:ext cx="5310909" cy="4525963"/>
          </a:xfrm>
        </p:spPr>
        <p:txBody>
          <a:bodyPr>
            <a:normAutofit/>
          </a:bodyPr>
          <a:lstStyle>
            <a:lvl1pPr>
              <a:defRPr sz="2667"/>
            </a:lvl1pPr>
            <a:lvl2pPr>
              <a:defRPr sz="2267"/>
            </a:lvl2pPr>
            <a:lvl3pPr>
              <a:defRPr sz="2000"/>
            </a:lvl3pPr>
            <a:lvl4pPr>
              <a:defRPr sz="1867"/>
            </a:lvl4pPr>
            <a:lvl5pPr>
              <a:defRPr sz="1867"/>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itle 1"/>
          <p:cNvSpPr>
            <a:spLocks noGrp="1"/>
          </p:cNvSpPr>
          <p:nvPr>
            <p:ph type="title"/>
          </p:nvPr>
        </p:nvSpPr>
        <p:spPr>
          <a:xfrm>
            <a:off x="609600" y="274637"/>
            <a:ext cx="10972800" cy="994123"/>
          </a:xfrm>
        </p:spPr>
        <p:txBody>
          <a:bodyPr/>
          <a:lstStyle/>
          <a:p>
            <a:r>
              <a:rPr lang="en-US"/>
              <a:t>Click to edit Master title style</a:t>
            </a:r>
            <a:endParaRPr lang="en-GB" dirty="0"/>
          </a:p>
        </p:txBody>
      </p:sp>
    </p:spTree>
    <p:extLst>
      <p:ext uri="{BB962C8B-B14F-4D97-AF65-F5344CB8AC3E}">
        <p14:creationId xmlns:p14="http://schemas.microsoft.com/office/powerpoint/2010/main" val="3761231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356988"/>
            <a:ext cx="5386917" cy="639763"/>
          </a:xfrm>
        </p:spPr>
        <p:txBody>
          <a:bodyPr anchor="ctr">
            <a:normAutofit/>
          </a:bodyPr>
          <a:lstStyle>
            <a:lvl1pPr marL="0" indent="0">
              <a:buNone/>
              <a:defRPr sz="2267" b="1"/>
            </a:lvl1pPr>
            <a:lvl2pPr marL="519488" indent="0">
              <a:buNone/>
              <a:defRPr sz="2267" b="1"/>
            </a:lvl2pPr>
            <a:lvl3pPr marL="1038977" indent="0">
              <a:buNone/>
              <a:defRPr sz="2000" b="1"/>
            </a:lvl3pPr>
            <a:lvl4pPr marL="1558465" indent="0">
              <a:buNone/>
              <a:defRPr sz="1867" b="1"/>
            </a:lvl4pPr>
            <a:lvl5pPr marL="2077952" indent="0">
              <a:buNone/>
              <a:defRPr sz="1867" b="1"/>
            </a:lvl5pPr>
            <a:lvl6pPr marL="2597440" indent="0">
              <a:buNone/>
              <a:defRPr sz="1867" b="1"/>
            </a:lvl6pPr>
            <a:lvl7pPr marL="3116929" indent="0">
              <a:buNone/>
              <a:defRPr sz="1867" b="1"/>
            </a:lvl7pPr>
            <a:lvl8pPr marL="3636417" indent="0">
              <a:buNone/>
              <a:defRPr sz="1867" b="1"/>
            </a:lvl8pPr>
            <a:lvl9pPr marL="4155905" indent="0">
              <a:buNone/>
              <a:defRPr sz="1867" b="1"/>
            </a:lvl9pPr>
          </a:lstStyle>
          <a:p>
            <a:pPr lvl="0"/>
            <a:r>
              <a:rPr lang="en-US"/>
              <a:t>Click to edit Master text styles</a:t>
            </a:r>
          </a:p>
        </p:txBody>
      </p:sp>
      <p:sp>
        <p:nvSpPr>
          <p:cNvPr id="4" name="Content Placeholder 3"/>
          <p:cNvSpPr>
            <a:spLocks noGrp="1"/>
          </p:cNvSpPr>
          <p:nvPr>
            <p:ph sz="half" idx="2"/>
          </p:nvPr>
        </p:nvSpPr>
        <p:spPr>
          <a:xfrm>
            <a:off x="609600" y="1996751"/>
            <a:ext cx="5386917" cy="3951288"/>
          </a:xfrm>
        </p:spPr>
        <p:txBody>
          <a:bodyPr>
            <a:normAutofit/>
          </a:bodyPr>
          <a:lstStyle>
            <a:lvl1pPr>
              <a:defRPr sz="2267"/>
            </a:lvl1pPr>
            <a:lvl2pPr>
              <a:defRPr sz="2000"/>
            </a:lvl2pPr>
            <a:lvl3pPr>
              <a:defRPr sz="1867"/>
            </a:lvl3pPr>
            <a:lvl4pPr>
              <a:defRPr sz="1600"/>
            </a:lvl4pPr>
            <a:lvl5pPr>
              <a:defRPr sz="1600"/>
            </a:lvl5pPr>
            <a:lvl6pPr>
              <a:defRPr sz="1867"/>
            </a:lvl6pPr>
            <a:lvl7pPr>
              <a:defRPr sz="1867"/>
            </a:lvl7pPr>
            <a:lvl8pPr>
              <a:defRPr sz="1867"/>
            </a:lvl8pPr>
            <a:lvl9pPr>
              <a:defRPr sz="1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6193369" y="1356988"/>
            <a:ext cx="5389033" cy="639763"/>
          </a:xfrm>
        </p:spPr>
        <p:txBody>
          <a:bodyPr anchor="ctr">
            <a:normAutofit/>
          </a:bodyPr>
          <a:lstStyle>
            <a:lvl1pPr marL="0" indent="0">
              <a:buNone/>
              <a:defRPr sz="2267" b="1"/>
            </a:lvl1pPr>
            <a:lvl2pPr marL="519488" indent="0">
              <a:buNone/>
              <a:defRPr sz="2267" b="1"/>
            </a:lvl2pPr>
            <a:lvl3pPr marL="1038977" indent="0">
              <a:buNone/>
              <a:defRPr sz="2000" b="1"/>
            </a:lvl3pPr>
            <a:lvl4pPr marL="1558465" indent="0">
              <a:buNone/>
              <a:defRPr sz="1867" b="1"/>
            </a:lvl4pPr>
            <a:lvl5pPr marL="2077952" indent="0">
              <a:buNone/>
              <a:defRPr sz="1867" b="1"/>
            </a:lvl5pPr>
            <a:lvl6pPr marL="2597440" indent="0">
              <a:buNone/>
              <a:defRPr sz="1867" b="1"/>
            </a:lvl6pPr>
            <a:lvl7pPr marL="3116929" indent="0">
              <a:buNone/>
              <a:defRPr sz="1867" b="1"/>
            </a:lvl7pPr>
            <a:lvl8pPr marL="3636417" indent="0">
              <a:buNone/>
              <a:defRPr sz="1867" b="1"/>
            </a:lvl8pPr>
            <a:lvl9pPr marL="4155905" indent="0">
              <a:buNone/>
              <a:defRPr sz="1867" b="1"/>
            </a:lvl9pPr>
          </a:lstStyle>
          <a:p>
            <a:pPr lvl="0"/>
            <a:r>
              <a:rPr lang="en-US"/>
              <a:t>Click to edit Master text styles</a:t>
            </a:r>
          </a:p>
        </p:txBody>
      </p:sp>
      <p:sp>
        <p:nvSpPr>
          <p:cNvPr id="6" name="Content Placeholder 5"/>
          <p:cNvSpPr>
            <a:spLocks noGrp="1"/>
          </p:cNvSpPr>
          <p:nvPr>
            <p:ph sz="quarter" idx="4"/>
          </p:nvPr>
        </p:nvSpPr>
        <p:spPr>
          <a:xfrm>
            <a:off x="6193369" y="1996751"/>
            <a:ext cx="5389033" cy="3951288"/>
          </a:xfrm>
        </p:spPr>
        <p:txBody>
          <a:bodyPr>
            <a:normAutofit/>
          </a:bodyPr>
          <a:lstStyle>
            <a:lvl1pPr>
              <a:defRPr sz="2267"/>
            </a:lvl1pPr>
            <a:lvl2pPr>
              <a:defRPr sz="2000"/>
            </a:lvl2pPr>
            <a:lvl3pPr>
              <a:defRPr sz="1867"/>
            </a:lvl3pPr>
            <a:lvl4pPr>
              <a:defRPr sz="1600"/>
            </a:lvl4pPr>
            <a:lvl5pPr>
              <a:defRPr sz="1600"/>
            </a:lvl5pPr>
            <a:lvl6pPr>
              <a:defRPr sz="1867"/>
            </a:lvl6pPr>
            <a:lvl7pPr>
              <a:defRPr sz="1867"/>
            </a:lvl7pPr>
            <a:lvl8pPr>
              <a:defRPr sz="1867"/>
            </a:lvl8pPr>
            <a:lvl9pPr>
              <a:defRPr sz="1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itle 1"/>
          <p:cNvSpPr>
            <a:spLocks noGrp="1"/>
          </p:cNvSpPr>
          <p:nvPr>
            <p:ph type="title"/>
          </p:nvPr>
        </p:nvSpPr>
        <p:spPr>
          <a:xfrm>
            <a:off x="609600" y="274637"/>
            <a:ext cx="10972800" cy="994123"/>
          </a:xfrm>
        </p:spPr>
        <p:txBody>
          <a:bodyPr/>
          <a:lstStyle/>
          <a:p>
            <a:r>
              <a:rPr lang="en-US"/>
              <a:t>Click to edit Master title style</a:t>
            </a:r>
            <a:endParaRPr lang="en-GB" dirty="0"/>
          </a:p>
        </p:txBody>
      </p:sp>
    </p:spTree>
    <p:extLst>
      <p:ext uri="{BB962C8B-B14F-4D97-AF65-F5344CB8AC3E}">
        <p14:creationId xmlns:p14="http://schemas.microsoft.com/office/powerpoint/2010/main" val="884142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1"/>
          <p:cNvSpPr>
            <a:spLocks noGrp="1"/>
          </p:cNvSpPr>
          <p:nvPr>
            <p:ph type="title"/>
          </p:nvPr>
        </p:nvSpPr>
        <p:spPr>
          <a:xfrm>
            <a:off x="609600" y="274637"/>
            <a:ext cx="10972800" cy="994123"/>
          </a:xfrm>
        </p:spPr>
        <p:txBody>
          <a:bodyPr/>
          <a:lstStyle/>
          <a:p>
            <a:r>
              <a:rPr lang="en-US"/>
              <a:t>Click to edit Master title style</a:t>
            </a:r>
            <a:endParaRPr lang="en-GB" dirty="0"/>
          </a:p>
        </p:txBody>
      </p:sp>
    </p:spTree>
    <p:extLst>
      <p:ext uri="{BB962C8B-B14F-4D97-AF65-F5344CB8AC3E}">
        <p14:creationId xmlns:p14="http://schemas.microsoft.com/office/powerpoint/2010/main" val="3730971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7E278F4-0185-7B2E-89C8-3E498A59D04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808" y="0"/>
            <a:ext cx="12188385" cy="6857997"/>
          </a:xfrm>
          <a:prstGeom prst="rect">
            <a:avLst/>
          </a:prstGeom>
        </p:spPr>
      </p:pic>
      <p:sp>
        <p:nvSpPr>
          <p:cNvPr id="2" name="Title 1"/>
          <p:cNvSpPr>
            <a:spLocks noGrp="1"/>
          </p:cNvSpPr>
          <p:nvPr>
            <p:ph type="ctrTitle"/>
          </p:nvPr>
        </p:nvSpPr>
        <p:spPr>
          <a:xfrm>
            <a:off x="626162" y="1748409"/>
            <a:ext cx="6995441" cy="1470025"/>
          </a:xfrm>
        </p:spPr>
        <p:txBody>
          <a:bodyPr>
            <a:normAutofit/>
          </a:bodyPr>
          <a:lstStyle>
            <a:lvl1pPr algn="l">
              <a:defRPr sz="3600" b="1">
                <a:solidFill>
                  <a:schemeClr val="tx1"/>
                </a:solidFill>
                <a:latin typeface="Arial Nova" pitchFamily="34" charset="0"/>
              </a:defRPr>
            </a:lvl1pPr>
          </a:lstStyle>
          <a:p>
            <a:r>
              <a:rPr lang="en-US"/>
              <a:t>Click to edit Master title style</a:t>
            </a:r>
            <a:endParaRPr lang="en-GB" dirty="0"/>
          </a:p>
        </p:txBody>
      </p:sp>
      <p:sp>
        <p:nvSpPr>
          <p:cNvPr id="3" name="Subtitle 2"/>
          <p:cNvSpPr>
            <a:spLocks noGrp="1"/>
          </p:cNvSpPr>
          <p:nvPr>
            <p:ph type="subTitle" idx="1"/>
          </p:nvPr>
        </p:nvSpPr>
        <p:spPr>
          <a:xfrm>
            <a:off x="643703" y="3260576"/>
            <a:ext cx="6958927" cy="1752600"/>
          </a:xfrm>
        </p:spPr>
        <p:txBody>
          <a:bodyPr>
            <a:normAutofit/>
          </a:bodyPr>
          <a:lstStyle>
            <a:lvl1pPr marL="0" indent="0" algn="l">
              <a:buNone/>
              <a:defRPr sz="2000">
                <a:solidFill>
                  <a:schemeClr val="tx1"/>
                </a:solidFill>
                <a:latin typeface="Arial Nova" pitchFamily="34" charset="0"/>
              </a:defRPr>
            </a:lvl1pPr>
            <a:lvl2pPr marL="519488" indent="0" algn="ctr">
              <a:buNone/>
              <a:defRPr>
                <a:solidFill>
                  <a:schemeClr val="tx1">
                    <a:tint val="75000"/>
                  </a:schemeClr>
                </a:solidFill>
              </a:defRPr>
            </a:lvl2pPr>
            <a:lvl3pPr marL="1038977" indent="0" algn="ctr">
              <a:buNone/>
              <a:defRPr>
                <a:solidFill>
                  <a:schemeClr val="tx1">
                    <a:tint val="75000"/>
                  </a:schemeClr>
                </a:solidFill>
              </a:defRPr>
            </a:lvl3pPr>
            <a:lvl4pPr marL="1558465" indent="0" algn="ctr">
              <a:buNone/>
              <a:defRPr>
                <a:solidFill>
                  <a:schemeClr val="tx1">
                    <a:tint val="75000"/>
                  </a:schemeClr>
                </a:solidFill>
              </a:defRPr>
            </a:lvl4pPr>
            <a:lvl5pPr marL="2077952" indent="0" algn="ctr">
              <a:buNone/>
              <a:defRPr>
                <a:solidFill>
                  <a:schemeClr val="tx1">
                    <a:tint val="75000"/>
                  </a:schemeClr>
                </a:solidFill>
              </a:defRPr>
            </a:lvl5pPr>
            <a:lvl6pPr marL="2597440" indent="0" algn="ctr">
              <a:buNone/>
              <a:defRPr>
                <a:solidFill>
                  <a:schemeClr val="tx1">
                    <a:tint val="75000"/>
                  </a:schemeClr>
                </a:solidFill>
              </a:defRPr>
            </a:lvl6pPr>
            <a:lvl7pPr marL="3116929" indent="0" algn="ctr">
              <a:buNone/>
              <a:defRPr>
                <a:solidFill>
                  <a:schemeClr val="tx1">
                    <a:tint val="75000"/>
                  </a:schemeClr>
                </a:solidFill>
              </a:defRPr>
            </a:lvl7pPr>
            <a:lvl8pPr marL="3636417" indent="0" algn="ctr">
              <a:buNone/>
              <a:defRPr>
                <a:solidFill>
                  <a:schemeClr val="tx1">
                    <a:tint val="75000"/>
                  </a:schemeClr>
                </a:solidFill>
              </a:defRPr>
            </a:lvl8pPr>
            <a:lvl9pPr marL="4155905"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3514444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7E278F4-0185-7B2E-89C8-3E498A59D04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808" y="0"/>
            <a:ext cx="12188385" cy="6857997"/>
          </a:xfrm>
          <a:prstGeom prst="rect">
            <a:avLst/>
          </a:prstGeom>
        </p:spPr>
      </p:pic>
      <p:sp>
        <p:nvSpPr>
          <p:cNvPr id="2" name="Title 1"/>
          <p:cNvSpPr>
            <a:spLocks noGrp="1"/>
          </p:cNvSpPr>
          <p:nvPr>
            <p:ph type="ctrTitle"/>
          </p:nvPr>
        </p:nvSpPr>
        <p:spPr>
          <a:xfrm>
            <a:off x="626162" y="1748409"/>
            <a:ext cx="6995441" cy="1470025"/>
          </a:xfrm>
        </p:spPr>
        <p:txBody>
          <a:bodyPr>
            <a:normAutofit/>
          </a:bodyPr>
          <a:lstStyle>
            <a:lvl1pPr algn="l">
              <a:defRPr sz="3600" b="1">
                <a:solidFill>
                  <a:schemeClr val="tx1"/>
                </a:solidFill>
                <a:latin typeface="Arial Nova" pitchFamily="34" charset="0"/>
              </a:defRPr>
            </a:lvl1pPr>
          </a:lstStyle>
          <a:p>
            <a:r>
              <a:rPr lang="en-US"/>
              <a:t>Click to edit Master title style</a:t>
            </a:r>
            <a:endParaRPr lang="en-GB" dirty="0"/>
          </a:p>
        </p:txBody>
      </p:sp>
      <p:sp>
        <p:nvSpPr>
          <p:cNvPr id="3" name="Subtitle 2"/>
          <p:cNvSpPr>
            <a:spLocks noGrp="1"/>
          </p:cNvSpPr>
          <p:nvPr>
            <p:ph type="subTitle" idx="1"/>
          </p:nvPr>
        </p:nvSpPr>
        <p:spPr>
          <a:xfrm>
            <a:off x="643703" y="3260576"/>
            <a:ext cx="6958927" cy="1752600"/>
          </a:xfrm>
        </p:spPr>
        <p:txBody>
          <a:bodyPr>
            <a:normAutofit/>
          </a:bodyPr>
          <a:lstStyle>
            <a:lvl1pPr marL="0" indent="0" algn="l">
              <a:buNone/>
              <a:defRPr sz="2000">
                <a:solidFill>
                  <a:schemeClr val="tx1"/>
                </a:solidFill>
                <a:latin typeface="Arial Nova" pitchFamily="34" charset="0"/>
              </a:defRPr>
            </a:lvl1pPr>
            <a:lvl2pPr marL="519488" indent="0" algn="ctr">
              <a:buNone/>
              <a:defRPr>
                <a:solidFill>
                  <a:schemeClr val="tx1">
                    <a:tint val="75000"/>
                  </a:schemeClr>
                </a:solidFill>
              </a:defRPr>
            </a:lvl2pPr>
            <a:lvl3pPr marL="1038977" indent="0" algn="ctr">
              <a:buNone/>
              <a:defRPr>
                <a:solidFill>
                  <a:schemeClr val="tx1">
                    <a:tint val="75000"/>
                  </a:schemeClr>
                </a:solidFill>
              </a:defRPr>
            </a:lvl3pPr>
            <a:lvl4pPr marL="1558465" indent="0" algn="ctr">
              <a:buNone/>
              <a:defRPr>
                <a:solidFill>
                  <a:schemeClr val="tx1">
                    <a:tint val="75000"/>
                  </a:schemeClr>
                </a:solidFill>
              </a:defRPr>
            </a:lvl4pPr>
            <a:lvl5pPr marL="2077952" indent="0" algn="ctr">
              <a:buNone/>
              <a:defRPr>
                <a:solidFill>
                  <a:schemeClr val="tx1">
                    <a:tint val="75000"/>
                  </a:schemeClr>
                </a:solidFill>
              </a:defRPr>
            </a:lvl5pPr>
            <a:lvl6pPr marL="2597440" indent="0" algn="ctr">
              <a:buNone/>
              <a:defRPr>
                <a:solidFill>
                  <a:schemeClr val="tx1">
                    <a:tint val="75000"/>
                  </a:schemeClr>
                </a:solidFill>
              </a:defRPr>
            </a:lvl6pPr>
            <a:lvl7pPr marL="3116929" indent="0" algn="ctr">
              <a:buNone/>
              <a:defRPr>
                <a:solidFill>
                  <a:schemeClr val="tx1">
                    <a:tint val="75000"/>
                  </a:schemeClr>
                </a:solidFill>
              </a:defRPr>
            </a:lvl7pPr>
            <a:lvl8pPr marL="3636417" indent="0" algn="ctr">
              <a:buNone/>
              <a:defRPr>
                <a:solidFill>
                  <a:schemeClr val="tx1">
                    <a:tint val="75000"/>
                  </a:schemeClr>
                </a:solidFill>
              </a:defRPr>
            </a:lvl8pPr>
            <a:lvl9pPr marL="4155905"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4196108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7"/>
            <a:ext cx="10972800" cy="994123"/>
          </a:xfrm>
        </p:spPr>
        <p:txBody>
          <a:bodyPr>
            <a:normAutofit/>
          </a:bodyPr>
          <a:lstStyle>
            <a:lvl1pPr>
              <a:defRPr sz="3200"/>
            </a:lvl1pPr>
          </a:lstStyle>
          <a:p>
            <a:r>
              <a:rPr lang="en-US"/>
              <a:t>Click to edit Master title style</a:t>
            </a:r>
            <a:endParaRPr lang="en-GB" dirty="0"/>
          </a:p>
        </p:txBody>
      </p:sp>
      <p:sp>
        <p:nvSpPr>
          <p:cNvPr id="3" name="Content Placeholder 2"/>
          <p:cNvSpPr>
            <a:spLocks noGrp="1"/>
          </p:cNvSpPr>
          <p:nvPr>
            <p:ph idx="1"/>
          </p:nvPr>
        </p:nvSpPr>
        <p:spPr>
          <a:xfrm>
            <a:off x="609600" y="1412776"/>
            <a:ext cx="10972800" cy="4525387"/>
          </a:xfrm>
        </p:spPr>
        <p:txBody>
          <a:bodyPr>
            <a:normAutofit/>
          </a:bodyPr>
          <a:lstStyle>
            <a:lvl1pPr>
              <a:defRPr sz="2667"/>
            </a:lvl1pPr>
            <a:lvl2pPr>
              <a:defRPr sz="2267"/>
            </a:lvl2pPr>
            <a:lvl3pPr>
              <a:defRPr sz="2000"/>
            </a:lvl3pPr>
            <a:lvl4pPr>
              <a:defRPr sz="1867"/>
            </a:lvl4pPr>
            <a:lvl5pPr>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940414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1236" y="1412776"/>
            <a:ext cx="5310909" cy="4525963"/>
          </a:xfrm>
        </p:spPr>
        <p:txBody>
          <a:bodyPr>
            <a:normAutofit/>
          </a:bodyPr>
          <a:lstStyle>
            <a:lvl1pPr>
              <a:defRPr sz="2667"/>
            </a:lvl1pPr>
            <a:lvl2pPr>
              <a:defRPr sz="2267"/>
            </a:lvl2pPr>
            <a:lvl3pPr>
              <a:defRPr sz="2000"/>
            </a:lvl3pPr>
            <a:lvl4pPr>
              <a:defRPr sz="1867"/>
            </a:lvl4pPr>
            <a:lvl5pPr>
              <a:defRPr sz="1867"/>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79855" y="1412776"/>
            <a:ext cx="5310909" cy="4525963"/>
          </a:xfrm>
        </p:spPr>
        <p:txBody>
          <a:bodyPr>
            <a:normAutofit/>
          </a:bodyPr>
          <a:lstStyle>
            <a:lvl1pPr>
              <a:defRPr sz="2667"/>
            </a:lvl1pPr>
            <a:lvl2pPr>
              <a:defRPr sz="2267"/>
            </a:lvl2pPr>
            <a:lvl3pPr>
              <a:defRPr sz="2000"/>
            </a:lvl3pPr>
            <a:lvl4pPr>
              <a:defRPr sz="1867"/>
            </a:lvl4pPr>
            <a:lvl5pPr>
              <a:defRPr sz="1867"/>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itle 1"/>
          <p:cNvSpPr>
            <a:spLocks noGrp="1"/>
          </p:cNvSpPr>
          <p:nvPr>
            <p:ph type="title"/>
          </p:nvPr>
        </p:nvSpPr>
        <p:spPr>
          <a:xfrm>
            <a:off x="609600" y="274637"/>
            <a:ext cx="10972800" cy="994123"/>
          </a:xfrm>
        </p:spPr>
        <p:txBody>
          <a:bodyPr/>
          <a:lstStyle/>
          <a:p>
            <a:r>
              <a:rPr lang="en-US"/>
              <a:t>Click to edit Master title style</a:t>
            </a:r>
            <a:endParaRPr lang="en-GB" dirty="0"/>
          </a:p>
        </p:txBody>
      </p:sp>
    </p:spTree>
    <p:extLst>
      <p:ext uri="{BB962C8B-B14F-4D97-AF65-F5344CB8AC3E}">
        <p14:creationId xmlns:p14="http://schemas.microsoft.com/office/powerpoint/2010/main" val="1790880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356988"/>
            <a:ext cx="5386917" cy="639763"/>
          </a:xfrm>
        </p:spPr>
        <p:txBody>
          <a:bodyPr anchor="ctr">
            <a:normAutofit/>
          </a:bodyPr>
          <a:lstStyle>
            <a:lvl1pPr marL="0" indent="0">
              <a:buNone/>
              <a:defRPr sz="2267" b="1"/>
            </a:lvl1pPr>
            <a:lvl2pPr marL="519488" indent="0">
              <a:buNone/>
              <a:defRPr sz="2267" b="1"/>
            </a:lvl2pPr>
            <a:lvl3pPr marL="1038977" indent="0">
              <a:buNone/>
              <a:defRPr sz="2000" b="1"/>
            </a:lvl3pPr>
            <a:lvl4pPr marL="1558465" indent="0">
              <a:buNone/>
              <a:defRPr sz="1867" b="1"/>
            </a:lvl4pPr>
            <a:lvl5pPr marL="2077952" indent="0">
              <a:buNone/>
              <a:defRPr sz="1867" b="1"/>
            </a:lvl5pPr>
            <a:lvl6pPr marL="2597440" indent="0">
              <a:buNone/>
              <a:defRPr sz="1867" b="1"/>
            </a:lvl6pPr>
            <a:lvl7pPr marL="3116929" indent="0">
              <a:buNone/>
              <a:defRPr sz="1867" b="1"/>
            </a:lvl7pPr>
            <a:lvl8pPr marL="3636417" indent="0">
              <a:buNone/>
              <a:defRPr sz="1867" b="1"/>
            </a:lvl8pPr>
            <a:lvl9pPr marL="4155905" indent="0">
              <a:buNone/>
              <a:defRPr sz="1867" b="1"/>
            </a:lvl9pPr>
          </a:lstStyle>
          <a:p>
            <a:pPr lvl="0"/>
            <a:r>
              <a:rPr lang="en-US"/>
              <a:t>Click to edit Master text styles</a:t>
            </a:r>
          </a:p>
        </p:txBody>
      </p:sp>
      <p:sp>
        <p:nvSpPr>
          <p:cNvPr id="4" name="Content Placeholder 3"/>
          <p:cNvSpPr>
            <a:spLocks noGrp="1"/>
          </p:cNvSpPr>
          <p:nvPr>
            <p:ph sz="half" idx="2"/>
          </p:nvPr>
        </p:nvSpPr>
        <p:spPr>
          <a:xfrm>
            <a:off x="609600" y="1996751"/>
            <a:ext cx="5386917" cy="3951288"/>
          </a:xfrm>
        </p:spPr>
        <p:txBody>
          <a:bodyPr>
            <a:normAutofit/>
          </a:bodyPr>
          <a:lstStyle>
            <a:lvl1pPr>
              <a:defRPr sz="2267"/>
            </a:lvl1pPr>
            <a:lvl2pPr>
              <a:defRPr sz="2000"/>
            </a:lvl2pPr>
            <a:lvl3pPr>
              <a:defRPr sz="1867"/>
            </a:lvl3pPr>
            <a:lvl4pPr>
              <a:defRPr sz="1600"/>
            </a:lvl4pPr>
            <a:lvl5pPr>
              <a:defRPr sz="1600"/>
            </a:lvl5pPr>
            <a:lvl6pPr>
              <a:defRPr sz="1867"/>
            </a:lvl6pPr>
            <a:lvl7pPr>
              <a:defRPr sz="1867"/>
            </a:lvl7pPr>
            <a:lvl8pPr>
              <a:defRPr sz="1867"/>
            </a:lvl8pPr>
            <a:lvl9pPr>
              <a:defRPr sz="1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6193369" y="1356988"/>
            <a:ext cx="5389033" cy="639763"/>
          </a:xfrm>
        </p:spPr>
        <p:txBody>
          <a:bodyPr anchor="ctr">
            <a:normAutofit/>
          </a:bodyPr>
          <a:lstStyle>
            <a:lvl1pPr marL="0" indent="0">
              <a:buNone/>
              <a:defRPr sz="2267" b="1"/>
            </a:lvl1pPr>
            <a:lvl2pPr marL="519488" indent="0">
              <a:buNone/>
              <a:defRPr sz="2267" b="1"/>
            </a:lvl2pPr>
            <a:lvl3pPr marL="1038977" indent="0">
              <a:buNone/>
              <a:defRPr sz="2000" b="1"/>
            </a:lvl3pPr>
            <a:lvl4pPr marL="1558465" indent="0">
              <a:buNone/>
              <a:defRPr sz="1867" b="1"/>
            </a:lvl4pPr>
            <a:lvl5pPr marL="2077952" indent="0">
              <a:buNone/>
              <a:defRPr sz="1867" b="1"/>
            </a:lvl5pPr>
            <a:lvl6pPr marL="2597440" indent="0">
              <a:buNone/>
              <a:defRPr sz="1867" b="1"/>
            </a:lvl6pPr>
            <a:lvl7pPr marL="3116929" indent="0">
              <a:buNone/>
              <a:defRPr sz="1867" b="1"/>
            </a:lvl7pPr>
            <a:lvl8pPr marL="3636417" indent="0">
              <a:buNone/>
              <a:defRPr sz="1867" b="1"/>
            </a:lvl8pPr>
            <a:lvl9pPr marL="4155905" indent="0">
              <a:buNone/>
              <a:defRPr sz="1867" b="1"/>
            </a:lvl9pPr>
          </a:lstStyle>
          <a:p>
            <a:pPr lvl="0"/>
            <a:r>
              <a:rPr lang="en-US"/>
              <a:t>Click to edit Master text styles</a:t>
            </a:r>
          </a:p>
        </p:txBody>
      </p:sp>
      <p:sp>
        <p:nvSpPr>
          <p:cNvPr id="6" name="Content Placeholder 5"/>
          <p:cNvSpPr>
            <a:spLocks noGrp="1"/>
          </p:cNvSpPr>
          <p:nvPr>
            <p:ph sz="quarter" idx="4"/>
          </p:nvPr>
        </p:nvSpPr>
        <p:spPr>
          <a:xfrm>
            <a:off x="6193369" y="1996751"/>
            <a:ext cx="5389033" cy="3951288"/>
          </a:xfrm>
        </p:spPr>
        <p:txBody>
          <a:bodyPr>
            <a:normAutofit/>
          </a:bodyPr>
          <a:lstStyle>
            <a:lvl1pPr>
              <a:defRPr sz="2267"/>
            </a:lvl1pPr>
            <a:lvl2pPr>
              <a:defRPr sz="2000"/>
            </a:lvl2pPr>
            <a:lvl3pPr>
              <a:defRPr sz="1867"/>
            </a:lvl3pPr>
            <a:lvl4pPr>
              <a:defRPr sz="1600"/>
            </a:lvl4pPr>
            <a:lvl5pPr>
              <a:defRPr sz="1600"/>
            </a:lvl5pPr>
            <a:lvl6pPr>
              <a:defRPr sz="1867"/>
            </a:lvl6pPr>
            <a:lvl7pPr>
              <a:defRPr sz="1867"/>
            </a:lvl7pPr>
            <a:lvl8pPr>
              <a:defRPr sz="1867"/>
            </a:lvl8pPr>
            <a:lvl9pPr>
              <a:defRPr sz="1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itle 1"/>
          <p:cNvSpPr>
            <a:spLocks noGrp="1"/>
          </p:cNvSpPr>
          <p:nvPr>
            <p:ph type="title"/>
          </p:nvPr>
        </p:nvSpPr>
        <p:spPr>
          <a:xfrm>
            <a:off x="609600" y="274637"/>
            <a:ext cx="10972800" cy="994123"/>
          </a:xfrm>
        </p:spPr>
        <p:txBody>
          <a:bodyPr/>
          <a:lstStyle/>
          <a:p>
            <a:r>
              <a:rPr lang="en-US"/>
              <a:t>Click to edit Master title style</a:t>
            </a:r>
            <a:endParaRPr lang="en-GB" dirty="0"/>
          </a:p>
        </p:txBody>
      </p:sp>
    </p:spTree>
    <p:extLst>
      <p:ext uri="{BB962C8B-B14F-4D97-AF65-F5344CB8AC3E}">
        <p14:creationId xmlns:p14="http://schemas.microsoft.com/office/powerpoint/2010/main" val="987172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1"/>
          <p:cNvSpPr>
            <a:spLocks noGrp="1"/>
          </p:cNvSpPr>
          <p:nvPr>
            <p:ph type="title"/>
          </p:nvPr>
        </p:nvSpPr>
        <p:spPr>
          <a:xfrm>
            <a:off x="609600" y="274637"/>
            <a:ext cx="10972800" cy="994123"/>
          </a:xfrm>
        </p:spPr>
        <p:txBody>
          <a:bodyPr/>
          <a:lstStyle/>
          <a:p>
            <a:r>
              <a:rPr lang="en-US"/>
              <a:t>Click to edit Master title style</a:t>
            </a:r>
            <a:endParaRPr lang="en-GB" dirty="0"/>
          </a:p>
        </p:txBody>
      </p:sp>
    </p:spTree>
    <p:extLst>
      <p:ext uri="{BB962C8B-B14F-4D97-AF65-F5344CB8AC3E}">
        <p14:creationId xmlns:p14="http://schemas.microsoft.com/office/powerpoint/2010/main" val="1818465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AC9ACBA-334D-7123-15EA-E4DA63BBB0D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806" y="1"/>
            <a:ext cx="12188388" cy="6857999"/>
          </a:xfrm>
          <a:prstGeom prst="rect">
            <a:avLst/>
          </a:prstGeom>
        </p:spPr>
      </p:pic>
      <p:sp>
        <p:nvSpPr>
          <p:cNvPr id="2" name="Title 1"/>
          <p:cNvSpPr>
            <a:spLocks noGrp="1"/>
          </p:cNvSpPr>
          <p:nvPr>
            <p:ph type="ctrTitle"/>
          </p:nvPr>
        </p:nvSpPr>
        <p:spPr>
          <a:xfrm>
            <a:off x="626162" y="1748409"/>
            <a:ext cx="6995441" cy="1470025"/>
          </a:xfrm>
        </p:spPr>
        <p:txBody>
          <a:bodyPr>
            <a:normAutofit/>
          </a:bodyPr>
          <a:lstStyle>
            <a:lvl1pPr algn="l">
              <a:defRPr sz="3600" b="1">
                <a:solidFill>
                  <a:schemeClr val="bg1"/>
                </a:solidFill>
                <a:latin typeface="Arial Nova" pitchFamily="34" charset="0"/>
              </a:defRPr>
            </a:lvl1pPr>
          </a:lstStyle>
          <a:p>
            <a:r>
              <a:rPr lang="en-US"/>
              <a:t>Click to edit Master title style</a:t>
            </a:r>
            <a:endParaRPr lang="en-GB" dirty="0"/>
          </a:p>
        </p:txBody>
      </p:sp>
      <p:sp>
        <p:nvSpPr>
          <p:cNvPr id="3" name="Subtitle 2"/>
          <p:cNvSpPr>
            <a:spLocks noGrp="1"/>
          </p:cNvSpPr>
          <p:nvPr>
            <p:ph type="subTitle" idx="1"/>
          </p:nvPr>
        </p:nvSpPr>
        <p:spPr>
          <a:xfrm>
            <a:off x="643703" y="3260576"/>
            <a:ext cx="6958927" cy="1752600"/>
          </a:xfrm>
        </p:spPr>
        <p:txBody>
          <a:bodyPr>
            <a:normAutofit/>
          </a:bodyPr>
          <a:lstStyle>
            <a:lvl1pPr marL="0" indent="0" algn="l">
              <a:buNone/>
              <a:defRPr sz="2000">
                <a:solidFill>
                  <a:schemeClr val="bg1"/>
                </a:solidFill>
                <a:latin typeface="Arial Nova" pitchFamily="34" charset="0"/>
              </a:defRPr>
            </a:lvl1pPr>
            <a:lvl2pPr marL="519488" indent="0" algn="ctr">
              <a:buNone/>
              <a:defRPr>
                <a:solidFill>
                  <a:schemeClr val="tx1">
                    <a:tint val="75000"/>
                  </a:schemeClr>
                </a:solidFill>
              </a:defRPr>
            </a:lvl2pPr>
            <a:lvl3pPr marL="1038977" indent="0" algn="ctr">
              <a:buNone/>
              <a:defRPr>
                <a:solidFill>
                  <a:schemeClr val="tx1">
                    <a:tint val="75000"/>
                  </a:schemeClr>
                </a:solidFill>
              </a:defRPr>
            </a:lvl3pPr>
            <a:lvl4pPr marL="1558465" indent="0" algn="ctr">
              <a:buNone/>
              <a:defRPr>
                <a:solidFill>
                  <a:schemeClr val="tx1">
                    <a:tint val="75000"/>
                  </a:schemeClr>
                </a:solidFill>
              </a:defRPr>
            </a:lvl4pPr>
            <a:lvl5pPr marL="2077952" indent="0" algn="ctr">
              <a:buNone/>
              <a:defRPr>
                <a:solidFill>
                  <a:schemeClr val="tx1">
                    <a:tint val="75000"/>
                  </a:schemeClr>
                </a:solidFill>
              </a:defRPr>
            </a:lvl5pPr>
            <a:lvl6pPr marL="2597440" indent="0" algn="ctr">
              <a:buNone/>
              <a:defRPr>
                <a:solidFill>
                  <a:schemeClr val="tx1">
                    <a:tint val="75000"/>
                  </a:schemeClr>
                </a:solidFill>
              </a:defRPr>
            </a:lvl6pPr>
            <a:lvl7pPr marL="3116929" indent="0" algn="ctr">
              <a:buNone/>
              <a:defRPr>
                <a:solidFill>
                  <a:schemeClr val="tx1">
                    <a:tint val="75000"/>
                  </a:schemeClr>
                </a:solidFill>
              </a:defRPr>
            </a:lvl7pPr>
            <a:lvl8pPr marL="3636417" indent="0" algn="ctr">
              <a:buNone/>
              <a:defRPr>
                <a:solidFill>
                  <a:schemeClr val="tx1">
                    <a:tint val="75000"/>
                  </a:schemeClr>
                </a:solidFill>
              </a:defRPr>
            </a:lvl8pPr>
            <a:lvl9pPr marL="4155905"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3330986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AC9ACBA-334D-7123-15EA-E4DA63BBB0D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930" y="0"/>
            <a:ext cx="12188385" cy="6857997"/>
          </a:xfrm>
          <a:prstGeom prst="rect">
            <a:avLst/>
          </a:prstGeom>
          <a:noFill/>
        </p:spPr>
      </p:pic>
      <p:sp>
        <p:nvSpPr>
          <p:cNvPr id="2" name="Title 1"/>
          <p:cNvSpPr>
            <a:spLocks noGrp="1"/>
          </p:cNvSpPr>
          <p:nvPr>
            <p:ph type="ctrTitle"/>
          </p:nvPr>
        </p:nvSpPr>
        <p:spPr>
          <a:xfrm>
            <a:off x="626162" y="1748409"/>
            <a:ext cx="6995441" cy="1470025"/>
          </a:xfrm>
        </p:spPr>
        <p:txBody>
          <a:bodyPr>
            <a:normAutofit/>
          </a:bodyPr>
          <a:lstStyle>
            <a:lvl1pPr algn="l">
              <a:defRPr sz="3600" b="1">
                <a:solidFill>
                  <a:schemeClr val="tx1"/>
                </a:solidFill>
                <a:latin typeface="Arial Nova" pitchFamily="34" charset="0"/>
              </a:defRPr>
            </a:lvl1pPr>
          </a:lstStyle>
          <a:p>
            <a:r>
              <a:rPr lang="en-US"/>
              <a:t>Click to edit Master title style</a:t>
            </a:r>
            <a:endParaRPr lang="en-GB" dirty="0"/>
          </a:p>
        </p:txBody>
      </p:sp>
      <p:sp>
        <p:nvSpPr>
          <p:cNvPr id="3" name="Subtitle 2"/>
          <p:cNvSpPr>
            <a:spLocks noGrp="1"/>
          </p:cNvSpPr>
          <p:nvPr>
            <p:ph type="subTitle" idx="1"/>
          </p:nvPr>
        </p:nvSpPr>
        <p:spPr>
          <a:xfrm>
            <a:off x="643703" y="3260576"/>
            <a:ext cx="6958927" cy="1752600"/>
          </a:xfrm>
        </p:spPr>
        <p:txBody>
          <a:bodyPr>
            <a:normAutofit/>
          </a:bodyPr>
          <a:lstStyle>
            <a:lvl1pPr marL="0" indent="0" algn="l">
              <a:buNone/>
              <a:defRPr sz="2000">
                <a:solidFill>
                  <a:schemeClr val="tx1"/>
                </a:solidFill>
                <a:latin typeface="Arial Nova" pitchFamily="34" charset="0"/>
              </a:defRPr>
            </a:lvl1pPr>
            <a:lvl2pPr marL="519488" indent="0" algn="ctr">
              <a:buNone/>
              <a:defRPr>
                <a:solidFill>
                  <a:schemeClr val="tx1">
                    <a:tint val="75000"/>
                  </a:schemeClr>
                </a:solidFill>
              </a:defRPr>
            </a:lvl2pPr>
            <a:lvl3pPr marL="1038977" indent="0" algn="ctr">
              <a:buNone/>
              <a:defRPr>
                <a:solidFill>
                  <a:schemeClr val="tx1">
                    <a:tint val="75000"/>
                  </a:schemeClr>
                </a:solidFill>
              </a:defRPr>
            </a:lvl3pPr>
            <a:lvl4pPr marL="1558465" indent="0" algn="ctr">
              <a:buNone/>
              <a:defRPr>
                <a:solidFill>
                  <a:schemeClr val="tx1">
                    <a:tint val="75000"/>
                  </a:schemeClr>
                </a:solidFill>
              </a:defRPr>
            </a:lvl4pPr>
            <a:lvl5pPr marL="2077952" indent="0" algn="ctr">
              <a:buNone/>
              <a:defRPr>
                <a:solidFill>
                  <a:schemeClr val="tx1">
                    <a:tint val="75000"/>
                  </a:schemeClr>
                </a:solidFill>
              </a:defRPr>
            </a:lvl5pPr>
            <a:lvl6pPr marL="2597440" indent="0" algn="ctr">
              <a:buNone/>
              <a:defRPr>
                <a:solidFill>
                  <a:schemeClr val="tx1">
                    <a:tint val="75000"/>
                  </a:schemeClr>
                </a:solidFill>
              </a:defRPr>
            </a:lvl6pPr>
            <a:lvl7pPr marL="3116929" indent="0" algn="ctr">
              <a:buNone/>
              <a:defRPr>
                <a:solidFill>
                  <a:schemeClr val="tx1">
                    <a:tint val="75000"/>
                  </a:schemeClr>
                </a:solidFill>
              </a:defRPr>
            </a:lvl7pPr>
            <a:lvl8pPr marL="3636417" indent="0" algn="ctr">
              <a:buNone/>
              <a:defRPr>
                <a:solidFill>
                  <a:schemeClr val="tx1">
                    <a:tint val="75000"/>
                  </a:schemeClr>
                </a:solidFill>
              </a:defRPr>
            </a:lvl8pPr>
            <a:lvl9pPr marL="4155905"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3550269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7"/>
            <a:ext cx="10972800" cy="994123"/>
          </a:xfrm>
        </p:spPr>
        <p:txBody>
          <a:bodyPr>
            <a:normAutofit/>
          </a:bodyPr>
          <a:lstStyle>
            <a:lvl1pPr>
              <a:defRPr sz="3200"/>
            </a:lvl1pPr>
          </a:lstStyle>
          <a:p>
            <a:r>
              <a:rPr lang="en-US"/>
              <a:t>Click to edit Master title style</a:t>
            </a:r>
            <a:endParaRPr lang="en-GB" dirty="0"/>
          </a:p>
        </p:txBody>
      </p:sp>
      <p:sp>
        <p:nvSpPr>
          <p:cNvPr id="3" name="Content Placeholder 2"/>
          <p:cNvSpPr>
            <a:spLocks noGrp="1"/>
          </p:cNvSpPr>
          <p:nvPr>
            <p:ph idx="1"/>
          </p:nvPr>
        </p:nvSpPr>
        <p:spPr>
          <a:xfrm>
            <a:off x="609600" y="1412776"/>
            <a:ext cx="10972800" cy="4525387"/>
          </a:xfrm>
        </p:spPr>
        <p:txBody>
          <a:bodyPr>
            <a:normAutofit/>
          </a:bodyPr>
          <a:lstStyle>
            <a:lvl1pPr>
              <a:defRPr sz="2667"/>
            </a:lvl1pPr>
            <a:lvl2pPr>
              <a:defRPr sz="2267"/>
            </a:lvl2pPr>
            <a:lvl3pPr>
              <a:defRPr sz="2000"/>
            </a:lvl3pPr>
            <a:lvl4pPr>
              <a:defRPr sz="1867"/>
            </a:lvl4pPr>
            <a:lvl5pPr>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781619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1236" y="1412776"/>
            <a:ext cx="5310909" cy="4525963"/>
          </a:xfrm>
        </p:spPr>
        <p:txBody>
          <a:bodyPr>
            <a:normAutofit/>
          </a:bodyPr>
          <a:lstStyle>
            <a:lvl1pPr>
              <a:defRPr sz="2667"/>
            </a:lvl1pPr>
            <a:lvl2pPr>
              <a:defRPr sz="2267"/>
            </a:lvl2pPr>
            <a:lvl3pPr>
              <a:defRPr sz="2000"/>
            </a:lvl3pPr>
            <a:lvl4pPr>
              <a:defRPr sz="1867"/>
            </a:lvl4pPr>
            <a:lvl5pPr>
              <a:defRPr sz="1867"/>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79855" y="1412776"/>
            <a:ext cx="5310909" cy="4525963"/>
          </a:xfrm>
        </p:spPr>
        <p:txBody>
          <a:bodyPr>
            <a:normAutofit/>
          </a:bodyPr>
          <a:lstStyle>
            <a:lvl1pPr>
              <a:defRPr sz="2667"/>
            </a:lvl1pPr>
            <a:lvl2pPr>
              <a:defRPr sz="2267"/>
            </a:lvl2pPr>
            <a:lvl3pPr>
              <a:defRPr sz="2000"/>
            </a:lvl3pPr>
            <a:lvl4pPr>
              <a:defRPr sz="1867"/>
            </a:lvl4pPr>
            <a:lvl5pPr>
              <a:defRPr sz="1867"/>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itle 1"/>
          <p:cNvSpPr>
            <a:spLocks noGrp="1"/>
          </p:cNvSpPr>
          <p:nvPr>
            <p:ph type="title"/>
          </p:nvPr>
        </p:nvSpPr>
        <p:spPr>
          <a:xfrm>
            <a:off x="609600" y="274637"/>
            <a:ext cx="10972800" cy="994123"/>
          </a:xfrm>
        </p:spPr>
        <p:txBody>
          <a:bodyPr/>
          <a:lstStyle/>
          <a:p>
            <a:r>
              <a:rPr lang="en-US"/>
              <a:t>Click to edit Master title style</a:t>
            </a:r>
            <a:endParaRPr lang="en-GB" dirty="0"/>
          </a:p>
        </p:txBody>
      </p:sp>
    </p:spTree>
    <p:extLst>
      <p:ext uri="{BB962C8B-B14F-4D97-AF65-F5344CB8AC3E}">
        <p14:creationId xmlns:p14="http://schemas.microsoft.com/office/powerpoint/2010/main" val="2630579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356988"/>
            <a:ext cx="5386917" cy="639763"/>
          </a:xfrm>
        </p:spPr>
        <p:txBody>
          <a:bodyPr anchor="ctr">
            <a:normAutofit/>
          </a:bodyPr>
          <a:lstStyle>
            <a:lvl1pPr marL="0" indent="0">
              <a:buNone/>
              <a:defRPr sz="2267" b="1"/>
            </a:lvl1pPr>
            <a:lvl2pPr marL="519488" indent="0">
              <a:buNone/>
              <a:defRPr sz="2267" b="1"/>
            </a:lvl2pPr>
            <a:lvl3pPr marL="1038977" indent="0">
              <a:buNone/>
              <a:defRPr sz="2000" b="1"/>
            </a:lvl3pPr>
            <a:lvl4pPr marL="1558465" indent="0">
              <a:buNone/>
              <a:defRPr sz="1867" b="1"/>
            </a:lvl4pPr>
            <a:lvl5pPr marL="2077952" indent="0">
              <a:buNone/>
              <a:defRPr sz="1867" b="1"/>
            </a:lvl5pPr>
            <a:lvl6pPr marL="2597440" indent="0">
              <a:buNone/>
              <a:defRPr sz="1867" b="1"/>
            </a:lvl6pPr>
            <a:lvl7pPr marL="3116929" indent="0">
              <a:buNone/>
              <a:defRPr sz="1867" b="1"/>
            </a:lvl7pPr>
            <a:lvl8pPr marL="3636417" indent="0">
              <a:buNone/>
              <a:defRPr sz="1867" b="1"/>
            </a:lvl8pPr>
            <a:lvl9pPr marL="4155905" indent="0">
              <a:buNone/>
              <a:defRPr sz="1867" b="1"/>
            </a:lvl9pPr>
          </a:lstStyle>
          <a:p>
            <a:pPr lvl="0"/>
            <a:r>
              <a:rPr lang="en-US"/>
              <a:t>Click to edit Master text styles</a:t>
            </a:r>
          </a:p>
        </p:txBody>
      </p:sp>
      <p:sp>
        <p:nvSpPr>
          <p:cNvPr id="4" name="Content Placeholder 3"/>
          <p:cNvSpPr>
            <a:spLocks noGrp="1"/>
          </p:cNvSpPr>
          <p:nvPr>
            <p:ph sz="half" idx="2"/>
          </p:nvPr>
        </p:nvSpPr>
        <p:spPr>
          <a:xfrm>
            <a:off x="609600" y="1996751"/>
            <a:ext cx="5386917" cy="3951288"/>
          </a:xfrm>
        </p:spPr>
        <p:txBody>
          <a:bodyPr>
            <a:normAutofit/>
          </a:bodyPr>
          <a:lstStyle>
            <a:lvl1pPr>
              <a:defRPr sz="2267"/>
            </a:lvl1pPr>
            <a:lvl2pPr>
              <a:defRPr sz="2000"/>
            </a:lvl2pPr>
            <a:lvl3pPr>
              <a:defRPr sz="1867"/>
            </a:lvl3pPr>
            <a:lvl4pPr>
              <a:defRPr sz="1600"/>
            </a:lvl4pPr>
            <a:lvl5pPr>
              <a:defRPr sz="1600"/>
            </a:lvl5pPr>
            <a:lvl6pPr>
              <a:defRPr sz="1867"/>
            </a:lvl6pPr>
            <a:lvl7pPr>
              <a:defRPr sz="1867"/>
            </a:lvl7pPr>
            <a:lvl8pPr>
              <a:defRPr sz="1867"/>
            </a:lvl8pPr>
            <a:lvl9pPr>
              <a:defRPr sz="1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6193369" y="1356988"/>
            <a:ext cx="5389033" cy="639763"/>
          </a:xfrm>
        </p:spPr>
        <p:txBody>
          <a:bodyPr anchor="ctr">
            <a:normAutofit/>
          </a:bodyPr>
          <a:lstStyle>
            <a:lvl1pPr marL="0" indent="0">
              <a:buNone/>
              <a:defRPr sz="2267" b="1"/>
            </a:lvl1pPr>
            <a:lvl2pPr marL="519488" indent="0">
              <a:buNone/>
              <a:defRPr sz="2267" b="1"/>
            </a:lvl2pPr>
            <a:lvl3pPr marL="1038977" indent="0">
              <a:buNone/>
              <a:defRPr sz="2000" b="1"/>
            </a:lvl3pPr>
            <a:lvl4pPr marL="1558465" indent="0">
              <a:buNone/>
              <a:defRPr sz="1867" b="1"/>
            </a:lvl4pPr>
            <a:lvl5pPr marL="2077952" indent="0">
              <a:buNone/>
              <a:defRPr sz="1867" b="1"/>
            </a:lvl5pPr>
            <a:lvl6pPr marL="2597440" indent="0">
              <a:buNone/>
              <a:defRPr sz="1867" b="1"/>
            </a:lvl6pPr>
            <a:lvl7pPr marL="3116929" indent="0">
              <a:buNone/>
              <a:defRPr sz="1867" b="1"/>
            </a:lvl7pPr>
            <a:lvl8pPr marL="3636417" indent="0">
              <a:buNone/>
              <a:defRPr sz="1867" b="1"/>
            </a:lvl8pPr>
            <a:lvl9pPr marL="4155905" indent="0">
              <a:buNone/>
              <a:defRPr sz="1867" b="1"/>
            </a:lvl9pPr>
          </a:lstStyle>
          <a:p>
            <a:pPr lvl="0"/>
            <a:r>
              <a:rPr lang="en-US"/>
              <a:t>Click to edit Master text styles</a:t>
            </a:r>
          </a:p>
        </p:txBody>
      </p:sp>
      <p:sp>
        <p:nvSpPr>
          <p:cNvPr id="6" name="Content Placeholder 5"/>
          <p:cNvSpPr>
            <a:spLocks noGrp="1"/>
          </p:cNvSpPr>
          <p:nvPr>
            <p:ph sz="quarter" idx="4"/>
          </p:nvPr>
        </p:nvSpPr>
        <p:spPr>
          <a:xfrm>
            <a:off x="6193369" y="1996751"/>
            <a:ext cx="5389033" cy="3951288"/>
          </a:xfrm>
        </p:spPr>
        <p:txBody>
          <a:bodyPr>
            <a:normAutofit/>
          </a:bodyPr>
          <a:lstStyle>
            <a:lvl1pPr>
              <a:defRPr sz="2267"/>
            </a:lvl1pPr>
            <a:lvl2pPr>
              <a:defRPr sz="2000"/>
            </a:lvl2pPr>
            <a:lvl3pPr>
              <a:defRPr sz="1867"/>
            </a:lvl3pPr>
            <a:lvl4pPr>
              <a:defRPr sz="1600"/>
            </a:lvl4pPr>
            <a:lvl5pPr>
              <a:defRPr sz="1600"/>
            </a:lvl5pPr>
            <a:lvl6pPr>
              <a:defRPr sz="1867"/>
            </a:lvl6pPr>
            <a:lvl7pPr>
              <a:defRPr sz="1867"/>
            </a:lvl7pPr>
            <a:lvl8pPr>
              <a:defRPr sz="1867"/>
            </a:lvl8pPr>
            <a:lvl9pPr>
              <a:defRPr sz="18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itle 1"/>
          <p:cNvSpPr>
            <a:spLocks noGrp="1"/>
          </p:cNvSpPr>
          <p:nvPr>
            <p:ph type="title"/>
          </p:nvPr>
        </p:nvSpPr>
        <p:spPr>
          <a:xfrm>
            <a:off x="609600" y="274637"/>
            <a:ext cx="10972800" cy="994123"/>
          </a:xfrm>
        </p:spPr>
        <p:txBody>
          <a:bodyPr/>
          <a:lstStyle/>
          <a:p>
            <a:r>
              <a:rPr lang="en-US"/>
              <a:t>Click to edit Master title style</a:t>
            </a:r>
            <a:endParaRPr lang="en-GB" dirty="0"/>
          </a:p>
        </p:txBody>
      </p:sp>
    </p:spTree>
    <p:extLst>
      <p:ext uri="{BB962C8B-B14F-4D97-AF65-F5344CB8AC3E}">
        <p14:creationId xmlns:p14="http://schemas.microsoft.com/office/powerpoint/2010/main" val="2045435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7" name="Title 1"/>
          <p:cNvSpPr>
            <a:spLocks noGrp="1"/>
          </p:cNvSpPr>
          <p:nvPr>
            <p:ph type="title"/>
          </p:nvPr>
        </p:nvSpPr>
        <p:spPr>
          <a:xfrm>
            <a:off x="609600" y="274637"/>
            <a:ext cx="10972800" cy="994123"/>
          </a:xfrm>
        </p:spPr>
        <p:txBody>
          <a:bodyPr/>
          <a:lstStyle/>
          <a:p>
            <a:r>
              <a:rPr lang="en-US"/>
              <a:t>Click to edit Master title style</a:t>
            </a:r>
            <a:endParaRPr lang="en-GB" dirty="0"/>
          </a:p>
        </p:txBody>
      </p:sp>
    </p:spTree>
    <p:extLst>
      <p:ext uri="{BB962C8B-B14F-4D97-AF65-F5344CB8AC3E}">
        <p14:creationId xmlns:p14="http://schemas.microsoft.com/office/powerpoint/2010/main" val="1439070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pic>
        <p:nvPicPr>
          <p:cNvPr id="7" name="Picture 6" descr="Chart&#10;&#10;Description automatically generated with low confidence">
            <a:extLst>
              <a:ext uri="{FF2B5EF4-FFF2-40B4-BE49-F238E27FC236}">
                <a16:creationId xmlns:a16="http://schemas.microsoft.com/office/drawing/2014/main" id="{F4814FA2-8781-4A40-BC3B-4467FA2908BA}"/>
              </a:ext>
            </a:extLst>
          </p:cNvPr>
          <p:cNvPicPr>
            <a:picLocks noChangeAspect="1"/>
          </p:cNvPicPr>
          <p:nvPr/>
        </p:nvPicPr>
        <p:blipFill rotWithShape="1">
          <a:blip r:embed="rId2">
            <a:extLst>
              <a:ext uri="{28A0092B-C50C-407E-A947-70E740481C1C}">
                <a14:useLocalDpi xmlns:a14="http://schemas.microsoft.com/office/drawing/2010/main" val="0"/>
              </a:ext>
            </a:extLst>
          </a:blip>
          <a:srcRect l="6688" t="19201" r="63387" b="41600"/>
          <a:stretch/>
        </p:blipFill>
        <p:spPr>
          <a:xfrm>
            <a:off x="815414" y="1316765"/>
            <a:ext cx="3648405" cy="2688299"/>
          </a:xfrm>
          <a:prstGeom prst="rect">
            <a:avLst/>
          </a:prstGeom>
        </p:spPr>
      </p:pic>
    </p:spTree>
    <p:extLst>
      <p:ext uri="{BB962C8B-B14F-4D97-AF65-F5344CB8AC3E}">
        <p14:creationId xmlns:p14="http://schemas.microsoft.com/office/powerpoint/2010/main" val="829193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userDrawn="1">
  <p:cSld name="2_Title Slide">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C3043E6A-190F-3243-ACC1-1EDC647D0975}"/>
              </a:ext>
            </a:extLst>
          </p:cNvPr>
          <p:cNvSpPr/>
          <p:nvPr userDrawn="1"/>
        </p:nvSpPr>
        <p:spPr>
          <a:xfrm>
            <a:off x="-1" y="2078658"/>
            <a:ext cx="11594728" cy="4779342"/>
          </a:xfrm>
          <a:custGeom>
            <a:avLst/>
            <a:gdLst>
              <a:gd name="connsiteX0" fmla="*/ 0 w 11594728"/>
              <a:gd name="connsiteY0" fmla="*/ 0 h 4779342"/>
              <a:gd name="connsiteX1" fmla="*/ 10694728 w 11594728"/>
              <a:gd name="connsiteY1" fmla="*/ 0 h 4779342"/>
              <a:gd name="connsiteX2" fmla="*/ 11594728 w 11594728"/>
              <a:gd name="connsiteY2" fmla="*/ 900000 h 4779342"/>
              <a:gd name="connsiteX3" fmla="*/ 11594728 w 11594728"/>
              <a:gd name="connsiteY3" fmla="*/ 4779342 h 4779342"/>
              <a:gd name="connsiteX4" fmla="*/ 0 w 11594728"/>
              <a:gd name="connsiteY4" fmla="*/ 4779342 h 4779342"/>
              <a:gd name="connsiteX5" fmla="*/ 0 w 11594728"/>
              <a:gd name="connsiteY5" fmla="*/ 0 h 4779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94728" h="4779342">
                <a:moveTo>
                  <a:pt x="0" y="0"/>
                </a:moveTo>
                <a:lnTo>
                  <a:pt x="10694728" y="0"/>
                </a:lnTo>
                <a:cubicBezTo>
                  <a:pt x="11191784" y="0"/>
                  <a:pt x="11594728" y="402944"/>
                  <a:pt x="11594728" y="900000"/>
                </a:cubicBezTo>
                <a:lnTo>
                  <a:pt x="11594728" y="4779342"/>
                </a:lnTo>
                <a:lnTo>
                  <a:pt x="0" y="4779342"/>
                </a:lnTo>
                <a:lnTo>
                  <a:pt x="0" y="0"/>
                </a:lnTo>
                <a:close/>
              </a:path>
            </a:pathLst>
          </a:custGeom>
          <a:solidFill>
            <a:srgbClr val="007C9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4C420D6-CED8-4F62-AA93-FCC34ADFC569}"/>
              </a:ext>
            </a:extLst>
          </p:cNvPr>
          <p:cNvSpPr>
            <a:spLocks noGrp="1"/>
          </p:cNvSpPr>
          <p:nvPr>
            <p:ph type="ctrTitle"/>
          </p:nvPr>
        </p:nvSpPr>
        <p:spPr>
          <a:xfrm>
            <a:off x="512955" y="2528658"/>
            <a:ext cx="10481617" cy="2387600"/>
          </a:xfrm>
        </p:spPr>
        <p:txBody>
          <a:bodyPr anchor="t"/>
          <a:lstStyle>
            <a:lvl1pPr algn="l">
              <a:defRPr sz="4000"/>
            </a:lvl1pPr>
          </a:lstStyle>
          <a:p>
            <a:r>
              <a:rPr lang="en-GB"/>
              <a:t>Click to edit Master title style</a:t>
            </a:r>
            <a:endParaRPr lang="en-GB" dirty="0"/>
          </a:p>
        </p:txBody>
      </p:sp>
      <p:pic>
        <p:nvPicPr>
          <p:cNvPr id="5" name="Picture 4">
            <a:extLst>
              <a:ext uri="{FF2B5EF4-FFF2-40B4-BE49-F238E27FC236}">
                <a16:creationId xmlns:a16="http://schemas.microsoft.com/office/drawing/2014/main" id="{D8676C93-2A43-5705-5A51-DB32F1B8E1F0}"/>
              </a:ext>
            </a:extLst>
          </p:cNvPr>
          <p:cNvPicPr>
            <a:picLocks noChangeAspect="1"/>
          </p:cNvPicPr>
          <p:nvPr userDrawn="1"/>
        </p:nvPicPr>
        <p:blipFill>
          <a:blip r:embed="rId2">
            <a:alphaModFix/>
            <a:extLst>
              <a:ext uri="{28A0092B-C50C-407E-A947-70E740481C1C}">
                <a14:useLocalDpi xmlns:a14="http://schemas.microsoft.com/office/drawing/2010/main" val="0"/>
              </a:ext>
            </a:extLst>
          </a:blip>
          <a:stretch>
            <a:fillRect/>
          </a:stretch>
        </p:blipFill>
        <p:spPr>
          <a:xfrm>
            <a:off x="422031" y="364765"/>
            <a:ext cx="1376811" cy="1403288"/>
          </a:xfrm>
          <a:prstGeom prst="rect">
            <a:avLst/>
          </a:prstGeom>
        </p:spPr>
      </p:pic>
    </p:spTree>
    <p:extLst>
      <p:ext uri="{BB962C8B-B14F-4D97-AF65-F5344CB8AC3E}">
        <p14:creationId xmlns:p14="http://schemas.microsoft.com/office/powerpoint/2010/main" val="16579948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slideLayout" Target="../slideLayouts/slideLayout15.xml"/><Relationship Id="rId7"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slideLayout" Target="../slideLayouts/slideLayout21.xml"/><Relationship Id="rId7" Type="http://schemas.openxmlformats.org/officeDocument/2006/relationships/theme" Target="../theme/theme4.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5" Type="http://schemas.openxmlformats.org/officeDocument/2006/relationships/slideLayout" Target="../slideLayouts/slideLayout29.xml"/><Relationship Id="rId10" Type="http://schemas.openxmlformats.org/officeDocument/2006/relationships/image" Target="../media/image14.jpeg"/><Relationship Id="rId4" Type="http://schemas.openxmlformats.org/officeDocument/2006/relationships/slideLayout" Target="../slideLayouts/slideLayout28.xml"/><Relationship Id="rId9"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9CE55DB-BC7D-D54C-41FB-4A14084BE81C}"/>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29487" y="9721"/>
            <a:ext cx="12184776" cy="6855967"/>
          </a:xfrm>
          <a:prstGeom prst="rect">
            <a:avLst/>
          </a:prstGeom>
        </p:spPr>
      </p:pic>
      <p:sp>
        <p:nvSpPr>
          <p:cNvPr id="2" name="Title Placeholder 1"/>
          <p:cNvSpPr>
            <a:spLocks noGrp="1"/>
          </p:cNvSpPr>
          <p:nvPr>
            <p:ph type="title"/>
          </p:nvPr>
        </p:nvSpPr>
        <p:spPr>
          <a:xfrm>
            <a:off x="609600" y="274637"/>
            <a:ext cx="10972800" cy="1143000"/>
          </a:xfrm>
          <a:prstGeom prst="rect">
            <a:avLst/>
          </a:prstGeom>
        </p:spPr>
        <p:txBody>
          <a:bodyPr vert="horz" lIns="77925" tIns="38963" rIns="77925" bIns="38963"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09600" y="1517076"/>
            <a:ext cx="10972800" cy="4421087"/>
          </a:xfrm>
          <a:prstGeom prst="rect">
            <a:avLst/>
          </a:prstGeom>
        </p:spPr>
        <p:txBody>
          <a:bodyPr vert="horz" lIns="77925" tIns="38963" rIns="77925" bIns="3896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Slide Number Placeholder 5">
            <a:extLst>
              <a:ext uri="{FF2B5EF4-FFF2-40B4-BE49-F238E27FC236}">
                <a16:creationId xmlns:a16="http://schemas.microsoft.com/office/drawing/2014/main" id="{29508BD8-4C0A-0985-28AD-2D388E32F93A}"/>
              </a:ext>
            </a:extLst>
          </p:cNvPr>
          <p:cNvSpPr txBox="1">
            <a:spLocks/>
          </p:cNvSpPr>
          <p:nvPr/>
        </p:nvSpPr>
        <p:spPr>
          <a:xfrm>
            <a:off x="3311691" y="6309320"/>
            <a:ext cx="1056117" cy="365125"/>
          </a:xfrm>
          <a:prstGeom prst="rect">
            <a:avLst/>
          </a:prstGeom>
        </p:spPr>
        <p:txBody>
          <a:bodyPr vert="horz" lIns="103900" tIns="51951" rIns="103900" bIns="51951" rtlCol="0" anchor="ctr"/>
          <a:lstStyle>
            <a:defPPr>
              <a:defRPr lang="en-US"/>
            </a:defPPr>
            <a:lvl1pPr marL="0" algn="l" defTabSz="779252" rtl="0" eaLnBrk="1" latinLnBrk="0" hangingPunct="1">
              <a:defRPr sz="900" b="1" kern="1200">
                <a:solidFill>
                  <a:schemeClr val="tx1">
                    <a:tint val="75000"/>
                  </a:schemeClr>
                </a:solidFill>
                <a:latin typeface="Arial Nova" pitchFamily="34" charset="0"/>
                <a:ea typeface="+mn-ea"/>
                <a:cs typeface="+mn-cs"/>
              </a:defRPr>
            </a:lvl1pPr>
            <a:lvl2pPr marL="389626" algn="l" defTabSz="779252" rtl="0" eaLnBrk="1" latinLnBrk="0" hangingPunct="1">
              <a:defRPr sz="1500" kern="1200">
                <a:solidFill>
                  <a:schemeClr val="tx1"/>
                </a:solidFill>
                <a:latin typeface="+mn-lt"/>
                <a:ea typeface="+mn-ea"/>
                <a:cs typeface="+mn-cs"/>
              </a:defRPr>
            </a:lvl2pPr>
            <a:lvl3pPr marL="779252" algn="l" defTabSz="779252" rtl="0" eaLnBrk="1" latinLnBrk="0" hangingPunct="1">
              <a:defRPr sz="1500" kern="1200">
                <a:solidFill>
                  <a:schemeClr val="tx1"/>
                </a:solidFill>
                <a:latin typeface="+mn-lt"/>
                <a:ea typeface="+mn-ea"/>
                <a:cs typeface="+mn-cs"/>
              </a:defRPr>
            </a:lvl3pPr>
            <a:lvl4pPr marL="1168878" algn="l" defTabSz="779252" rtl="0" eaLnBrk="1" latinLnBrk="0" hangingPunct="1">
              <a:defRPr sz="1500" kern="1200">
                <a:solidFill>
                  <a:schemeClr val="tx1"/>
                </a:solidFill>
                <a:latin typeface="+mn-lt"/>
                <a:ea typeface="+mn-ea"/>
                <a:cs typeface="+mn-cs"/>
              </a:defRPr>
            </a:lvl4pPr>
            <a:lvl5pPr marL="1558503" algn="l" defTabSz="779252" rtl="0" eaLnBrk="1" latinLnBrk="0" hangingPunct="1">
              <a:defRPr sz="1500" kern="1200">
                <a:solidFill>
                  <a:schemeClr val="tx1"/>
                </a:solidFill>
                <a:latin typeface="+mn-lt"/>
                <a:ea typeface="+mn-ea"/>
                <a:cs typeface="+mn-cs"/>
              </a:defRPr>
            </a:lvl5pPr>
            <a:lvl6pPr marL="1948129" algn="l" defTabSz="779252" rtl="0" eaLnBrk="1" latinLnBrk="0" hangingPunct="1">
              <a:defRPr sz="1500" kern="1200">
                <a:solidFill>
                  <a:schemeClr val="tx1"/>
                </a:solidFill>
                <a:latin typeface="+mn-lt"/>
                <a:ea typeface="+mn-ea"/>
                <a:cs typeface="+mn-cs"/>
              </a:defRPr>
            </a:lvl6pPr>
            <a:lvl7pPr marL="2337755" algn="l" defTabSz="779252" rtl="0" eaLnBrk="1" latinLnBrk="0" hangingPunct="1">
              <a:defRPr sz="1500" kern="1200">
                <a:solidFill>
                  <a:schemeClr val="tx1"/>
                </a:solidFill>
                <a:latin typeface="+mn-lt"/>
                <a:ea typeface="+mn-ea"/>
                <a:cs typeface="+mn-cs"/>
              </a:defRPr>
            </a:lvl7pPr>
            <a:lvl8pPr marL="2727381" algn="l" defTabSz="779252" rtl="0" eaLnBrk="1" latinLnBrk="0" hangingPunct="1">
              <a:defRPr sz="1500" kern="1200">
                <a:solidFill>
                  <a:schemeClr val="tx1"/>
                </a:solidFill>
                <a:latin typeface="+mn-lt"/>
                <a:ea typeface="+mn-ea"/>
                <a:cs typeface="+mn-cs"/>
              </a:defRPr>
            </a:lvl8pPr>
            <a:lvl9pPr marL="3117007" algn="l" defTabSz="779252" rtl="0" eaLnBrk="1" latinLnBrk="0" hangingPunct="1">
              <a:defRPr sz="1500" kern="1200">
                <a:solidFill>
                  <a:schemeClr val="tx1"/>
                </a:solidFill>
                <a:latin typeface="+mn-lt"/>
                <a:ea typeface="+mn-ea"/>
                <a:cs typeface="+mn-cs"/>
              </a:defRPr>
            </a:lvl9pPr>
          </a:lstStyle>
          <a:p>
            <a:r>
              <a:rPr lang="en-GB" sz="1200" dirty="0">
                <a:solidFill>
                  <a:schemeClr val="tx1">
                    <a:lumMod val="85000"/>
                    <a:lumOff val="15000"/>
                  </a:schemeClr>
                </a:solidFill>
              </a:rPr>
              <a:t>PAGE </a:t>
            </a:r>
            <a:fld id="{45A89BE1-5792-4ACB-BF4C-7FAB88C6C5B7}" type="slidenum">
              <a:rPr lang="en-GB" sz="1200" smtClean="0">
                <a:solidFill>
                  <a:schemeClr val="tx1">
                    <a:lumMod val="85000"/>
                    <a:lumOff val="15000"/>
                  </a:schemeClr>
                </a:solidFill>
              </a:rPr>
              <a:pPr/>
              <a:t>‹#›</a:t>
            </a:fld>
            <a:endParaRPr lang="en-GB" sz="1200" dirty="0">
              <a:solidFill>
                <a:schemeClr val="tx1">
                  <a:lumMod val="85000"/>
                  <a:lumOff val="15000"/>
                </a:schemeClr>
              </a:solidFill>
            </a:endParaRPr>
          </a:p>
        </p:txBody>
      </p:sp>
      <p:sp>
        <p:nvSpPr>
          <p:cNvPr id="5" name="TextBox 4">
            <a:extLst>
              <a:ext uri="{FF2B5EF4-FFF2-40B4-BE49-F238E27FC236}">
                <a16:creationId xmlns:a16="http://schemas.microsoft.com/office/drawing/2014/main" id="{9F96BF24-5A6C-8A7F-DCB1-F262672D812E}"/>
              </a:ext>
            </a:extLst>
          </p:cNvPr>
          <p:cNvSpPr txBox="1"/>
          <p:nvPr userDrawn="1">
            <p:extLst>
              <p:ext uri="{1162E1C5-73C7-4A58-AE30-91384D911F3F}">
                <p184:classification xmlns:p184="http://schemas.microsoft.com/office/powerpoint/2018/4/main" val="ftr"/>
              </p:ext>
            </p:extLst>
          </p:nvPr>
        </p:nvSpPr>
        <p:spPr>
          <a:xfrm>
            <a:off x="5836412" y="6642100"/>
            <a:ext cx="544513" cy="152400"/>
          </a:xfrm>
          <a:prstGeom prst="rect">
            <a:avLst/>
          </a:prstGeom>
        </p:spPr>
        <p:txBody>
          <a:bodyPr horzOverflow="overflow" lIns="0" tIns="0" rIns="0" bIns="0">
            <a:spAutoFit/>
          </a:bodyPr>
          <a:lstStyle/>
          <a:p>
            <a:pPr algn="l"/>
            <a:r>
              <a:rPr lang="en-GB" sz="1000">
                <a:solidFill>
                  <a:srgbClr val="000000">
                    <a:alpha val="50000"/>
                  </a:srgbClr>
                </a:solidFill>
                <a:latin typeface="Aptos" panose="020B0004020202020204" pitchFamily="34" charset="0"/>
              </a:rPr>
              <a:t>OFFICIAL</a:t>
            </a:r>
          </a:p>
        </p:txBody>
      </p:sp>
    </p:spTree>
    <p:extLst>
      <p:ext uri="{BB962C8B-B14F-4D97-AF65-F5344CB8AC3E}">
        <p14:creationId xmlns:p14="http://schemas.microsoft.com/office/powerpoint/2010/main" val="10174731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l" defTabSz="1038977" rtl="0" eaLnBrk="1" latinLnBrk="0" hangingPunct="1">
        <a:spcBef>
          <a:spcPct val="0"/>
        </a:spcBef>
        <a:buNone/>
        <a:defRPr sz="3200" b="1" kern="1200">
          <a:solidFill>
            <a:schemeClr val="tx1"/>
          </a:solidFill>
          <a:latin typeface="Arial Nova" pitchFamily="34" charset="0"/>
          <a:ea typeface="+mj-ea"/>
          <a:cs typeface="+mj-cs"/>
        </a:defRPr>
      </a:lvl1pPr>
    </p:titleStyle>
    <p:bodyStyle>
      <a:lvl1pPr marL="389616" indent="-389616" algn="l" defTabSz="1038977" rtl="0" eaLnBrk="1" latinLnBrk="0" hangingPunct="1">
        <a:spcBef>
          <a:spcPct val="20000"/>
        </a:spcBef>
        <a:buFont typeface="Wingdings" pitchFamily="2" charset="2"/>
        <a:buChar char="§"/>
        <a:defRPr sz="2667" kern="1200">
          <a:solidFill>
            <a:schemeClr val="tx1"/>
          </a:solidFill>
          <a:latin typeface="Arial Nova" pitchFamily="34" charset="0"/>
          <a:ea typeface="+mn-ea"/>
          <a:cs typeface="+mn-cs"/>
        </a:defRPr>
      </a:lvl1pPr>
      <a:lvl2pPr marL="844168" indent="-324680" algn="l" defTabSz="1038977" rtl="0" eaLnBrk="1" latinLnBrk="0" hangingPunct="1">
        <a:spcBef>
          <a:spcPct val="20000"/>
        </a:spcBef>
        <a:buFont typeface="Arial" pitchFamily="34" charset="0"/>
        <a:buChar char="•"/>
        <a:defRPr sz="2267" kern="1200">
          <a:solidFill>
            <a:schemeClr val="tx1"/>
          </a:solidFill>
          <a:latin typeface="Arial Nova Light" pitchFamily="34" charset="0"/>
          <a:ea typeface="+mn-ea"/>
          <a:cs typeface="Arial Nova Light" pitchFamily="34" charset="0"/>
        </a:defRPr>
      </a:lvl2pPr>
      <a:lvl3pPr marL="1298721" indent="-259744" algn="l" defTabSz="1038977" rtl="0" eaLnBrk="1" latinLnBrk="0" hangingPunct="1">
        <a:spcBef>
          <a:spcPct val="20000"/>
        </a:spcBef>
        <a:buFont typeface="Arial Nova Light" pitchFamily="34" charset="0"/>
        <a:buChar char="–"/>
        <a:defRPr sz="2000" kern="1200">
          <a:solidFill>
            <a:schemeClr val="tx1"/>
          </a:solidFill>
          <a:latin typeface="Arial Nova Light" pitchFamily="34" charset="0"/>
          <a:ea typeface="+mn-ea"/>
          <a:cs typeface="Arial Nova Light" pitchFamily="34" charset="0"/>
        </a:defRPr>
      </a:lvl3pPr>
      <a:lvl4pPr marL="1818208" indent="-259744" algn="l" defTabSz="1038977" rtl="0" eaLnBrk="1" latinLnBrk="0" hangingPunct="1">
        <a:spcBef>
          <a:spcPct val="20000"/>
        </a:spcBef>
        <a:buFont typeface="Arial" pitchFamily="34" charset="0"/>
        <a:buChar char="–"/>
        <a:defRPr sz="1867" kern="1200">
          <a:solidFill>
            <a:schemeClr val="tx1"/>
          </a:solidFill>
          <a:latin typeface="Arial Nova Light" pitchFamily="34" charset="0"/>
          <a:ea typeface="+mn-ea"/>
          <a:cs typeface="Arial Nova Light" pitchFamily="34" charset="0"/>
        </a:defRPr>
      </a:lvl4pPr>
      <a:lvl5pPr marL="2337696" indent="-259744" algn="l" defTabSz="1038977" rtl="0" eaLnBrk="1" latinLnBrk="0" hangingPunct="1">
        <a:spcBef>
          <a:spcPct val="20000"/>
        </a:spcBef>
        <a:buFont typeface="Arial" pitchFamily="34" charset="0"/>
        <a:buChar char="»"/>
        <a:defRPr sz="1867" kern="1200">
          <a:solidFill>
            <a:schemeClr val="tx1"/>
          </a:solidFill>
          <a:latin typeface="Arial Nova Light" pitchFamily="34" charset="0"/>
          <a:ea typeface="+mn-ea"/>
          <a:cs typeface="Arial Nova Light" pitchFamily="34" charset="0"/>
        </a:defRPr>
      </a:lvl5pPr>
      <a:lvl6pPr marL="2857185"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6pPr>
      <a:lvl7pPr marL="3376673"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7pPr>
      <a:lvl8pPr marL="3896161"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8pPr>
      <a:lvl9pPr marL="4415650"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9pPr>
    </p:bodyStyle>
    <p:otherStyle>
      <a:defPPr>
        <a:defRPr lang="en-US"/>
      </a:defPPr>
      <a:lvl1pPr marL="0" algn="l" defTabSz="1038977" rtl="0" eaLnBrk="1" latinLnBrk="0" hangingPunct="1">
        <a:defRPr sz="2000" kern="1200">
          <a:solidFill>
            <a:schemeClr val="tx1"/>
          </a:solidFill>
          <a:latin typeface="+mn-lt"/>
          <a:ea typeface="+mn-ea"/>
          <a:cs typeface="+mn-cs"/>
        </a:defRPr>
      </a:lvl1pPr>
      <a:lvl2pPr marL="519488" algn="l" defTabSz="1038977" rtl="0" eaLnBrk="1" latinLnBrk="0" hangingPunct="1">
        <a:defRPr sz="2000" kern="1200">
          <a:solidFill>
            <a:schemeClr val="tx1"/>
          </a:solidFill>
          <a:latin typeface="+mn-lt"/>
          <a:ea typeface="+mn-ea"/>
          <a:cs typeface="+mn-cs"/>
        </a:defRPr>
      </a:lvl2pPr>
      <a:lvl3pPr marL="1038977" algn="l" defTabSz="1038977" rtl="0" eaLnBrk="1" latinLnBrk="0" hangingPunct="1">
        <a:defRPr sz="2000" kern="1200">
          <a:solidFill>
            <a:schemeClr val="tx1"/>
          </a:solidFill>
          <a:latin typeface="+mn-lt"/>
          <a:ea typeface="+mn-ea"/>
          <a:cs typeface="+mn-cs"/>
        </a:defRPr>
      </a:lvl3pPr>
      <a:lvl4pPr marL="1558465" algn="l" defTabSz="1038977" rtl="0" eaLnBrk="1" latinLnBrk="0" hangingPunct="1">
        <a:defRPr sz="2000" kern="1200">
          <a:solidFill>
            <a:schemeClr val="tx1"/>
          </a:solidFill>
          <a:latin typeface="+mn-lt"/>
          <a:ea typeface="+mn-ea"/>
          <a:cs typeface="+mn-cs"/>
        </a:defRPr>
      </a:lvl4pPr>
      <a:lvl5pPr marL="2077952" algn="l" defTabSz="1038977" rtl="0" eaLnBrk="1" latinLnBrk="0" hangingPunct="1">
        <a:defRPr sz="2000" kern="1200">
          <a:solidFill>
            <a:schemeClr val="tx1"/>
          </a:solidFill>
          <a:latin typeface="+mn-lt"/>
          <a:ea typeface="+mn-ea"/>
          <a:cs typeface="+mn-cs"/>
        </a:defRPr>
      </a:lvl5pPr>
      <a:lvl6pPr marL="2597440" algn="l" defTabSz="1038977" rtl="0" eaLnBrk="1" latinLnBrk="0" hangingPunct="1">
        <a:defRPr sz="2000" kern="1200">
          <a:solidFill>
            <a:schemeClr val="tx1"/>
          </a:solidFill>
          <a:latin typeface="+mn-lt"/>
          <a:ea typeface="+mn-ea"/>
          <a:cs typeface="+mn-cs"/>
        </a:defRPr>
      </a:lvl6pPr>
      <a:lvl7pPr marL="3116929" algn="l" defTabSz="1038977" rtl="0" eaLnBrk="1" latinLnBrk="0" hangingPunct="1">
        <a:defRPr sz="2000" kern="1200">
          <a:solidFill>
            <a:schemeClr val="tx1"/>
          </a:solidFill>
          <a:latin typeface="+mn-lt"/>
          <a:ea typeface="+mn-ea"/>
          <a:cs typeface="+mn-cs"/>
        </a:defRPr>
      </a:lvl7pPr>
      <a:lvl8pPr marL="3636417" algn="l" defTabSz="1038977" rtl="0" eaLnBrk="1" latinLnBrk="0" hangingPunct="1">
        <a:defRPr sz="2000" kern="1200">
          <a:solidFill>
            <a:schemeClr val="tx1"/>
          </a:solidFill>
          <a:latin typeface="+mn-lt"/>
          <a:ea typeface="+mn-ea"/>
          <a:cs typeface="+mn-cs"/>
        </a:defRPr>
      </a:lvl8pPr>
      <a:lvl9pPr marL="4155905" algn="l" defTabSz="1038977"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9CE55DB-BC7D-D54C-41FB-4A14084BE81C}"/>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1805" y="1015"/>
            <a:ext cx="12184775" cy="6855967"/>
          </a:xfrm>
          <a:prstGeom prst="rect">
            <a:avLst/>
          </a:prstGeom>
        </p:spPr>
      </p:pic>
      <p:sp>
        <p:nvSpPr>
          <p:cNvPr id="2" name="Title Placeholder 1"/>
          <p:cNvSpPr>
            <a:spLocks noGrp="1"/>
          </p:cNvSpPr>
          <p:nvPr>
            <p:ph type="title"/>
          </p:nvPr>
        </p:nvSpPr>
        <p:spPr>
          <a:xfrm>
            <a:off x="609600" y="274637"/>
            <a:ext cx="10972800" cy="1143000"/>
          </a:xfrm>
          <a:prstGeom prst="rect">
            <a:avLst/>
          </a:prstGeom>
        </p:spPr>
        <p:txBody>
          <a:bodyPr vert="horz" lIns="77925" tIns="38963" rIns="77925" bIns="38963"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09600" y="1517076"/>
            <a:ext cx="10972800" cy="4421087"/>
          </a:xfrm>
          <a:prstGeom prst="rect">
            <a:avLst/>
          </a:prstGeom>
        </p:spPr>
        <p:txBody>
          <a:bodyPr vert="horz" lIns="77925" tIns="38963" rIns="77925" bIns="3896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Slide Number Placeholder 5">
            <a:extLst>
              <a:ext uri="{FF2B5EF4-FFF2-40B4-BE49-F238E27FC236}">
                <a16:creationId xmlns:a16="http://schemas.microsoft.com/office/drawing/2014/main" id="{29508BD8-4C0A-0985-28AD-2D388E32F93A}"/>
              </a:ext>
            </a:extLst>
          </p:cNvPr>
          <p:cNvSpPr txBox="1">
            <a:spLocks/>
          </p:cNvSpPr>
          <p:nvPr/>
        </p:nvSpPr>
        <p:spPr>
          <a:xfrm>
            <a:off x="3311691" y="6309320"/>
            <a:ext cx="1056117" cy="365125"/>
          </a:xfrm>
          <a:prstGeom prst="rect">
            <a:avLst/>
          </a:prstGeom>
        </p:spPr>
        <p:txBody>
          <a:bodyPr vert="horz" lIns="103900" tIns="51951" rIns="103900" bIns="51951" rtlCol="0" anchor="ctr"/>
          <a:lstStyle>
            <a:defPPr>
              <a:defRPr lang="en-US"/>
            </a:defPPr>
            <a:lvl1pPr marL="0" algn="l" defTabSz="779252" rtl="0" eaLnBrk="1" latinLnBrk="0" hangingPunct="1">
              <a:defRPr sz="900" b="1" kern="1200">
                <a:solidFill>
                  <a:schemeClr val="tx1">
                    <a:tint val="75000"/>
                  </a:schemeClr>
                </a:solidFill>
                <a:latin typeface="Arial Nova" pitchFamily="34" charset="0"/>
                <a:ea typeface="+mn-ea"/>
                <a:cs typeface="+mn-cs"/>
              </a:defRPr>
            </a:lvl1pPr>
            <a:lvl2pPr marL="389626" algn="l" defTabSz="779252" rtl="0" eaLnBrk="1" latinLnBrk="0" hangingPunct="1">
              <a:defRPr sz="1500" kern="1200">
                <a:solidFill>
                  <a:schemeClr val="tx1"/>
                </a:solidFill>
                <a:latin typeface="+mn-lt"/>
                <a:ea typeface="+mn-ea"/>
                <a:cs typeface="+mn-cs"/>
              </a:defRPr>
            </a:lvl2pPr>
            <a:lvl3pPr marL="779252" algn="l" defTabSz="779252" rtl="0" eaLnBrk="1" latinLnBrk="0" hangingPunct="1">
              <a:defRPr sz="1500" kern="1200">
                <a:solidFill>
                  <a:schemeClr val="tx1"/>
                </a:solidFill>
                <a:latin typeface="+mn-lt"/>
                <a:ea typeface="+mn-ea"/>
                <a:cs typeface="+mn-cs"/>
              </a:defRPr>
            </a:lvl3pPr>
            <a:lvl4pPr marL="1168878" algn="l" defTabSz="779252" rtl="0" eaLnBrk="1" latinLnBrk="0" hangingPunct="1">
              <a:defRPr sz="1500" kern="1200">
                <a:solidFill>
                  <a:schemeClr val="tx1"/>
                </a:solidFill>
                <a:latin typeface="+mn-lt"/>
                <a:ea typeface="+mn-ea"/>
                <a:cs typeface="+mn-cs"/>
              </a:defRPr>
            </a:lvl4pPr>
            <a:lvl5pPr marL="1558503" algn="l" defTabSz="779252" rtl="0" eaLnBrk="1" latinLnBrk="0" hangingPunct="1">
              <a:defRPr sz="1500" kern="1200">
                <a:solidFill>
                  <a:schemeClr val="tx1"/>
                </a:solidFill>
                <a:latin typeface="+mn-lt"/>
                <a:ea typeface="+mn-ea"/>
                <a:cs typeface="+mn-cs"/>
              </a:defRPr>
            </a:lvl5pPr>
            <a:lvl6pPr marL="1948129" algn="l" defTabSz="779252" rtl="0" eaLnBrk="1" latinLnBrk="0" hangingPunct="1">
              <a:defRPr sz="1500" kern="1200">
                <a:solidFill>
                  <a:schemeClr val="tx1"/>
                </a:solidFill>
                <a:latin typeface="+mn-lt"/>
                <a:ea typeface="+mn-ea"/>
                <a:cs typeface="+mn-cs"/>
              </a:defRPr>
            </a:lvl6pPr>
            <a:lvl7pPr marL="2337755" algn="l" defTabSz="779252" rtl="0" eaLnBrk="1" latinLnBrk="0" hangingPunct="1">
              <a:defRPr sz="1500" kern="1200">
                <a:solidFill>
                  <a:schemeClr val="tx1"/>
                </a:solidFill>
                <a:latin typeface="+mn-lt"/>
                <a:ea typeface="+mn-ea"/>
                <a:cs typeface="+mn-cs"/>
              </a:defRPr>
            </a:lvl7pPr>
            <a:lvl8pPr marL="2727381" algn="l" defTabSz="779252" rtl="0" eaLnBrk="1" latinLnBrk="0" hangingPunct="1">
              <a:defRPr sz="1500" kern="1200">
                <a:solidFill>
                  <a:schemeClr val="tx1"/>
                </a:solidFill>
                <a:latin typeface="+mn-lt"/>
                <a:ea typeface="+mn-ea"/>
                <a:cs typeface="+mn-cs"/>
              </a:defRPr>
            </a:lvl8pPr>
            <a:lvl9pPr marL="3117007" algn="l" defTabSz="779252" rtl="0" eaLnBrk="1" latinLnBrk="0" hangingPunct="1">
              <a:defRPr sz="1500" kern="1200">
                <a:solidFill>
                  <a:schemeClr val="tx1"/>
                </a:solidFill>
                <a:latin typeface="+mn-lt"/>
                <a:ea typeface="+mn-ea"/>
                <a:cs typeface="+mn-cs"/>
              </a:defRPr>
            </a:lvl9pPr>
          </a:lstStyle>
          <a:p>
            <a:pPr marL="0" marR="0" lvl="0" indent="0" algn="l" defTabSz="1038977"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lumMod val="85000"/>
                    <a:lumOff val="15000"/>
                  </a:prstClr>
                </a:solidFill>
                <a:effectLst/>
                <a:uLnTx/>
                <a:uFillTx/>
                <a:latin typeface="Arial Nova" pitchFamily="34" charset="0"/>
                <a:ea typeface="+mn-ea"/>
                <a:cs typeface="+mn-cs"/>
              </a:rPr>
              <a:t>PAGE </a:t>
            </a:r>
            <a:fld id="{45A89BE1-5792-4ACB-BF4C-7FAB88C6C5B7}" type="slidenum">
              <a:rPr kumimoji="0" lang="en-GB" sz="1200" b="1" i="0" u="none" strike="noStrike" kern="1200" cap="none" spc="0" normalizeH="0" baseline="0" noProof="0" smtClean="0">
                <a:ln>
                  <a:noFill/>
                </a:ln>
                <a:solidFill>
                  <a:prstClr val="black">
                    <a:lumMod val="85000"/>
                    <a:lumOff val="15000"/>
                  </a:prstClr>
                </a:solidFill>
                <a:effectLst/>
                <a:uLnTx/>
                <a:uFillTx/>
                <a:latin typeface="Arial Nova" pitchFamily="34" charset="0"/>
                <a:ea typeface="+mn-ea"/>
                <a:cs typeface="+mn-cs"/>
              </a:rPr>
              <a:pPr marL="0" marR="0" lvl="0" indent="0" algn="l" defTabSz="1038977" rtl="0" eaLnBrk="1" fontAlgn="auto" latinLnBrk="0" hangingPunct="1">
                <a:lnSpc>
                  <a:spcPct val="100000"/>
                </a:lnSpc>
                <a:spcBef>
                  <a:spcPts val="0"/>
                </a:spcBef>
                <a:spcAft>
                  <a:spcPts val="0"/>
                </a:spcAft>
                <a:buClrTx/>
                <a:buSzTx/>
                <a:buFontTx/>
                <a:buNone/>
                <a:tabLst/>
                <a:defRPr/>
              </a:pPr>
              <a:t>‹#›</a:t>
            </a:fld>
            <a:endParaRPr kumimoji="0" lang="en-GB" sz="1200" b="1" i="0" u="none" strike="noStrike" kern="1200" cap="none" spc="0" normalizeH="0" baseline="0" noProof="0" dirty="0">
              <a:ln>
                <a:noFill/>
              </a:ln>
              <a:solidFill>
                <a:prstClr val="black">
                  <a:lumMod val="85000"/>
                  <a:lumOff val="15000"/>
                </a:prstClr>
              </a:solidFill>
              <a:effectLst/>
              <a:uLnTx/>
              <a:uFillTx/>
              <a:latin typeface="Arial Nova" pitchFamily="34" charset="0"/>
              <a:ea typeface="+mn-ea"/>
              <a:cs typeface="+mn-cs"/>
            </a:endParaRPr>
          </a:p>
        </p:txBody>
      </p:sp>
    </p:spTree>
    <p:extLst>
      <p:ext uri="{BB962C8B-B14F-4D97-AF65-F5344CB8AC3E}">
        <p14:creationId xmlns:p14="http://schemas.microsoft.com/office/powerpoint/2010/main" val="2075942579"/>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Lst>
  <p:hf hdr="0" ftr="0" dt="0"/>
  <p:txStyles>
    <p:titleStyle>
      <a:lvl1pPr algn="l" defTabSz="1038977" rtl="0" eaLnBrk="1" latinLnBrk="0" hangingPunct="1">
        <a:spcBef>
          <a:spcPct val="0"/>
        </a:spcBef>
        <a:buNone/>
        <a:defRPr sz="3200" b="1" kern="1200">
          <a:solidFill>
            <a:schemeClr val="tx1"/>
          </a:solidFill>
          <a:latin typeface="Arial Nova" pitchFamily="34" charset="0"/>
          <a:ea typeface="+mj-ea"/>
          <a:cs typeface="+mj-cs"/>
        </a:defRPr>
      </a:lvl1pPr>
    </p:titleStyle>
    <p:bodyStyle>
      <a:lvl1pPr marL="389616" indent="-389616" algn="l" defTabSz="1038977" rtl="0" eaLnBrk="1" latinLnBrk="0" hangingPunct="1">
        <a:spcBef>
          <a:spcPct val="20000"/>
        </a:spcBef>
        <a:buFont typeface="Wingdings" pitchFamily="2" charset="2"/>
        <a:buChar char="§"/>
        <a:defRPr sz="2667" kern="1200">
          <a:solidFill>
            <a:schemeClr val="tx1"/>
          </a:solidFill>
          <a:latin typeface="Arial Nova" pitchFamily="34" charset="0"/>
          <a:ea typeface="+mn-ea"/>
          <a:cs typeface="+mn-cs"/>
        </a:defRPr>
      </a:lvl1pPr>
      <a:lvl2pPr marL="844168" indent="-324680" algn="l" defTabSz="1038977" rtl="0" eaLnBrk="1" latinLnBrk="0" hangingPunct="1">
        <a:spcBef>
          <a:spcPct val="20000"/>
        </a:spcBef>
        <a:buFont typeface="Arial" pitchFamily="34" charset="0"/>
        <a:buChar char="•"/>
        <a:defRPr sz="2267" kern="1200">
          <a:solidFill>
            <a:schemeClr val="tx1"/>
          </a:solidFill>
          <a:latin typeface="Arial Nova Light" pitchFamily="34" charset="0"/>
          <a:ea typeface="+mn-ea"/>
          <a:cs typeface="Arial Nova Light" pitchFamily="34" charset="0"/>
        </a:defRPr>
      </a:lvl2pPr>
      <a:lvl3pPr marL="1298721" indent="-259744" algn="l" defTabSz="1038977" rtl="0" eaLnBrk="1" latinLnBrk="0" hangingPunct="1">
        <a:spcBef>
          <a:spcPct val="20000"/>
        </a:spcBef>
        <a:buFont typeface="Arial Nova Light" pitchFamily="34" charset="0"/>
        <a:buChar char="–"/>
        <a:defRPr sz="2000" kern="1200">
          <a:solidFill>
            <a:schemeClr val="tx1"/>
          </a:solidFill>
          <a:latin typeface="Arial Nova Light" pitchFamily="34" charset="0"/>
          <a:ea typeface="+mn-ea"/>
          <a:cs typeface="Arial Nova Light" pitchFamily="34" charset="0"/>
        </a:defRPr>
      </a:lvl3pPr>
      <a:lvl4pPr marL="1818208" indent="-259744" algn="l" defTabSz="1038977" rtl="0" eaLnBrk="1" latinLnBrk="0" hangingPunct="1">
        <a:spcBef>
          <a:spcPct val="20000"/>
        </a:spcBef>
        <a:buFont typeface="Arial" pitchFamily="34" charset="0"/>
        <a:buChar char="–"/>
        <a:defRPr sz="1867" kern="1200">
          <a:solidFill>
            <a:schemeClr val="tx1"/>
          </a:solidFill>
          <a:latin typeface="Arial Nova Light" pitchFamily="34" charset="0"/>
          <a:ea typeface="+mn-ea"/>
          <a:cs typeface="Arial Nova Light" pitchFamily="34" charset="0"/>
        </a:defRPr>
      </a:lvl4pPr>
      <a:lvl5pPr marL="2337696" indent="-259744" algn="l" defTabSz="1038977" rtl="0" eaLnBrk="1" latinLnBrk="0" hangingPunct="1">
        <a:spcBef>
          <a:spcPct val="20000"/>
        </a:spcBef>
        <a:buFont typeface="Arial" pitchFamily="34" charset="0"/>
        <a:buChar char="»"/>
        <a:defRPr sz="1867" kern="1200">
          <a:solidFill>
            <a:schemeClr val="tx1"/>
          </a:solidFill>
          <a:latin typeface="Arial Nova Light" pitchFamily="34" charset="0"/>
          <a:ea typeface="+mn-ea"/>
          <a:cs typeface="Arial Nova Light" pitchFamily="34" charset="0"/>
        </a:defRPr>
      </a:lvl5pPr>
      <a:lvl6pPr marL="2857185"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6pPr>
      <a:lvl7pPr marL="3376673"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7pPr>
      <a:lvl8pPr marL="3896161"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8pPr>
      <a:lvl9pPr marL="4415650"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9pPr>
    </p:bodyStyle>
    <p:otherStyle>
      <a:defPPr>
        <a:defRPr lang="en-US"/>
      </a:defPPr>
      <a:lvl1pPr marL="0" algn="l" defTabSz="1038977" rtl="0" eaLnBrk="1" latinLnBrk="0" hangingPunct="1">
        <a:defRPr sz="2000" kern="1200">
          <a:solidFill>
            <a:schemeClr val="tx1"/>
          </a:solidFill>
          <a:latin typeface="+mn-lt"/>
          <a:ea typeface="+mn-ea"/>
          <a:cs typeface="+mn-cs"/>
        </a:defRPr>
      </a:lvl1pPr>
      <a:lvl2pPr marL="519488" algn="l" defTabSz="1038977" rtl="0" eaLnBrk="1" latinLnBrk="0" hangingPunct="1">
        <a:defRPr sz="2000" kern="1200">
          <a:solidFill>
            <a:schemeClr val="tx1"/>
          </a:solidFill>
          <a:latin typeface="+mn-lt"/>
          <a:ea typeface="+mn-ea"/>
          <a:cs typeface="+mn-cs"/>
        </a:defRPr>
      </a:lvl2pPr>
      <a:lvl3pPr marL="1038977" algn="l" defTabSz="1038977" rtl="0" eaLnBrk="1" latinLnBrk="0" hangingPunct="1">
        <a:defRPr sz="2000" kern="1200">
          <a:solidFill>
            <a:schemeClr val="tx1"/>
          </a:solidFill>
          <a:latin typeface="+mn-lt"/>
          <a:ea typeface="+mn-ea"/>
          <a:cs typeface="+mn-cs"/>
        </a:defRPr>
      </a:lvl3pPr>
      <a:lvl4pPr marL="1558465" algn="l" defTabSz="1038977" rtl="0" eaLnBrk="1" latinLnBrk="0" hangingPunct="1">
        <a:defRPr sz="2000" kern="1200">
          <a:solidFill>
            <a:schemeClr val="tx1"/>
          </a:solidFill>
          <a:latin typeface="+mn-lt"/>
          <a:ea typeface="+mn-ea"/>
          <a:cs typeface="+mn-cs"/>
        </a:defRPr>
      </a:lvl4pPr>
      <a:lvl5pPr marL="2077952" algn="l" defTabSz="1038977" rtl="0" eaLnBrk="1" latinLnBrk="0" hangingPunct="1">
        <a:defRPr sz="2000" kern="1200">
          <a:solidFill>
            <a:schemeClr val="tx1"/>
          </a:solidFill>
          <a:latin typeface="+mn-lt"/>
          <a:ea typeface="+mn-ea"/>
          <a:cs typeface="+mn-cs"/>
        </a:defRPr>
      </a:lvl5pPr>
      <a:lvl6pPr marL="2597440" algn="l" defTabSz="1038977" rtl="0" eaLnBrk="1" latinLnBrk="0" hangingPunct="1">
        <a:defRPr sz="2000" kern="1200">
          <a:solidFill>
            <a:schemeClr val="tx1"/>
          </a:solidFill>
          <a:latin typeface="+mn-lt"/>
          <a:ea typeface="+mn-ea"/>
          <a:cs typeface="+mn-cs"/>
        </a:defRPr>
      </a:lvl6pPr>
      <a:lvl7pPr marL="3116929" algn="l" defTabSz="1038977" rtl="0" eaLnBrk="1" latinLnBrk="0" hangingPunct="1">
        <a:defRPr sz="2000" kern="1200">
          <a:solidFill>
            <a:schemeClr val="tx1"/>
          </a:solidFill>
          <a:latin typeface="+mn-lt"/>
          <a:ea typeface="+mn-ea"/>
          <a:cs typeface="+mn-cs"/>
        </a:defRPr>
      </a:lvl7pPr>
      <a:lvl8pPr marL="3636417" algn="l" defTabSz="1038977" rtl="0" eaLnBrk="1" latinLnBrk="0" hangingPunct="1">
        <a:defRPr sz="2000" kern="1200">
          <a:solidFill>
            <a:schemeClr val="tx1"/>
          </a:solidFill>
          <a:latin typeface="+mn-lt"/>
          <a:ea typeface="+mn-ea"/>
          <a:cs typeface="+mn-cs"/>
        </a:defRPr>
      </a:lvl8pPr>
      <a:lvl9pPr marL="4155905" algn="l" defTabSz="1038977"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9CE55DB-BC7D-D54C-41FB-4A14084BE81C}"/>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1805" y="1015"/>
            <a:ext cx="12184775" cy="6855967"/>
          </a:xfrm>
          <a:prstGeom prst="rect">
            <a:avLst/>
          </a:prstGeom>
        </p:spPr>
      </p:pic>
      <p:sp>
        <p:nvSpPr>
          <p:cNvPr id="2" name="Title Placeholder 1"/>
          <p:cNvSpPr>
            <a:spLocks noGrp="1"/>
          </p:cNvSpPr>
          <p:nvPr>
            <p:ph type="title"/>
          </p:nvPr>
        </p:nvSpPr>
        <p:spPr>
          <a:xfrm>
            <a:off x="609600" y="274637"/>
            <a:ext cx="10972800" cy="1143000"/>
          </a:xfrm>
          <a:prstGeom prst="rect">
            <a:avLst/>
          </a:prstGeom>
        </p:spPr>
        <p:txBody>
          <a:bodyPr vert="horz" lIns="77925" tIns="38963" rIns="77925" bIns="38963"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09600" y="1517076"/>
            <a:ext cx="10972800" cy="4421087"/>
          </a:xfrm>
          <a:prstGeom prst="rect">
            <a:avLst/>
          </a:prstGeom>
        </p:spPr>
        <p:txBody>
          <a:bodyPr vert="horz" lIns="77925" tIns="38963" rIns="77925" bIns="3896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Slide Number Placeholder 5">
            <a:extLst>
              <a:ext uri="{FF2B5EF4-FFF2-40B4-BE49-F238E27FC236}">
                <a16:creationId xmlns:a16="http://schemas.microsoft.com/office/drawing/2014/main" id="{29508BD8-4C0A-0985-28AD-2D388E32F93A}"/>
              </a:ext>
            </a:extLst>
          </p:cNvPr>
          <p:cNvSpPr txBox="1">
            <a:spLocks/>
          </p:cNvSpPr>
          <p:nvPr/>
        </p:nvSpPr>
        <p:spPr>
          <a:xfrm>
            <a:off x="3311691" y="6309320"/>
            <a:ext cx="1056117" cy="365125"/>
          </a:xfrm>
          <a:prstGeom prst="rect">
            <a:avLst/>
          </a:prstGeom>
        </p:spPr>
        <p:txBody>
          <a:bodyPr vert="horz" lIns="103900" tIns="51951" rIns="103900" bIns="51951" rtlCol="0" anchor="ctr"/>
          <a:lstStyle>
            <a:defPPr>
              <a:defRPr lang="en-US"/>
            </a:defPPr>
            <a:lvl1pPr marL="0" algn="l" defTabSz="779252" rtl="0" eaLnBrk="1" latinLnBrk="0" hangingPunct="1">
              <a:defRPr sz="900" b="1" kern="1200">
                <a:solidFill>
                  <a:schemeClr val="tx1">
                    <a:tint val="75000"/>
                  </a:schemeClr>
                </a:solidFill>
                <a:latin typeface="Arial Nova" pitchFamily="34" charset="0"/>
                <a:ea typeface="+mn-ea"/>
                <a:cs typeface="+mn-cs"/>
              </a:defRPr>
            </a:lvl1pPr>
            <a:lvl2pPr marL="389626" algn="l" defTabSz="779252" rtl="0" eaLnBrk="1" latinLnBrk="0" hangingPunct="1">
              <a:defRPr sz="1500" kern="1200">
                <a:solidFill>
                  <a:schemeClr val="tx1"/>
                </a:solidFill>
                <a:latin typeface="+mn-lt"/>
                <a:ea typeface="+mn-ea"/>
                <a:cs typeface="+mn-cs"/>
              </a:defRPr>
            </a:lvl2pPr>
            <a:lvl3pPr marL="779252" algn="l" defTabSz="779252" rtl="0" eaLnBrk="1" latinLnBrk="0" hangingPunct="1">
              <a:defRPr sz="1500" kern="1200">
                <a:solidFill>
                  <a:schemeClr val="tx1"/>
                </a:solidFill>
                <a:latin typeface="+mn-lt"/>
                <a:ea typeface="+mn-ea"/>
                <a:cs typeface="+mn-cs"/>
              </a:defRPr>
            </a:lvl3pPr>
            <a:lvl4pPr marL="1168878" algn="l" defTabSz="779252" rtl="0" eaLnBrk="1" latinLnBrk="0" hangingPunct="1">
              <a:defRPr sz="1500" kern="1200">
                <a:solidFill>
                  <a:schemeClr val="tx1"/>
                </a:solidFill>
                <a:latin typeface="+mn-lt"/>
                <a:ea typeface="+mn-ea"/>
                <a:cs typeface="+mn-cs"/>
              </a:defRPr>
            </a:lvl4pPr>
            <a:lvl5pPr marL="1558503" algn="l" defTabSz="779252" rtl="0" eaLnBrk="1" latinLnBrk="0" hangingPunct="1">
              <a:defRPr sz="1500" kern="1200">
                <a:solidFill>
                  <a:schemeClr val="tx1"/>
                </a:solidFill>
                <a:latin typeface="+mn-lt"/>
                <a:ea typeface="+mn-ea"/>
                <a:cs typeface="+mn-cs"/>
              </a:defRPr>
            </a:lvl5pPr>
            <a:lvl6pPr marL="1948129" algn="l" defTabSz="779252" rtl="0" eaLnBrk="1" latinLnBrk="0" hangingPunct="1">
              <a:defRPr sz="1500" kern="1200">
                <a:solidFill>
                  <a:schemeClr val="tx1"/>
                </a:solidFill>
                <a:latin typeface="+mn-lt"/>
                <a:ea typeface="+mn-ea"/>
                <a:cs typeface="+mn-cs"/>
              </a:defRPr>
            </a:lvl6pPr>
            <a:lvl7pPr marL="2337755" algn="l" defTabSz="779252" rtl="0" eaLnBrk="1" latinLnBrk="0" hangingPunct="1">
              <a:defRPr sz="1500" kern="1200">
                <a:solidFill>
                  <a:schemeClr val="tx1"/>
                </a:solidFill>
                <a:latin typeface="+mn-lt"/>
                <a:ea typeface="+mn-ea"/>
                <a:cs typeface="+mn-cs"/>
              </a:defRPr>
            </a:lvl7pPr>
            <a:lvl8pPr marL="2727381" algn="l" defTabSz="779252" rtl="0" eaLnBrk="1" latinLnBrk="0" hangingPunct="1">
              <a:defRPr sz="1500" kern="1200">
                <a:solidFill>
                  <a:schemeClr val="tx1"/>
                </a:solidFill>
                <a:latin typeface="+mn-lt"/>
                <a:ea typeface="+mn-ea"/>
                <a:cs typeface="+mn-cs"/>
              </a:defRPr>
            </a:lvl8pPr>
            <a:lvl9pPr marL="3117007" algn="l" defTabSz="779252" rtl="0" eaLnBrk="1" latinLnBrk="0" hangingPunct="1">
              <a:defRPr sz="1500" kern="1200">
                <a:solidFill>
                  <a:schemeClr val="tx1"/>
                </a:solidFill>
                <a:latin typeface="+mn-lt"/>
                <a:ea typeface="+mn-ea"/>
                <a:cs typeface="+mn-cs"/>
              </a:defRPr>
            </a:lvl9pPr>
          </a:lstStyle>
          <a:p>
            <a:pPr marL="0" marR="0" lvl="0" indent="0" algn="l" defTabSz="1038977"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lumMod val="85000"/>
                    <a:lumOff val="15000"/>
                  </a:prstClr>
                </a:solidFill>
                <a:effectLst/>
                <a:uLnTx/>
                <a:uFillTx/>
                <a:latin typeface="Arial Nova" pitchFamily="34" charset="0"/>
                <a:ea typeface="+mn-ea"/>
                <a:cs typeface="+mn-cs"/>
              </a:rPr>
              <a:t>PAGE </a:t>
            </a:r>
            <a:fld id="{45A89BE1-5792-4ACB-BF4C-7FAB88C6C5B7}" type="slidenum">
              <a:rPr kumimoji="0" lang="en-GB" sz="1200" b="1" i="0" u="none" strike="noStrike" kern="1200" cap="none" spc="0" normalizeH="0" baseline="0" noProof="0" smtClean="0">
                <a:ln>
                  <a:noFill/>
                </a:ln>
                <a:solidFill>
                  <a:prstClr val="black">
                    <a:lumMod val="85000"/>
                    <a:lumOff val="15000"/>
                  </a:prstClr>
                </a:solidFill>
                <a:effectLst/>
                <a:uLnTx/>
                <a:uFillTx/>
                <a:latin typeface="Arial Nova" pitchFamily="34" charset="0"/>
                <a:ea typeface="+mn-ea"/>
                <a:cs typeface="+mn-cs"/>
              </a:rPr>
              <a:pPr marL="0" marR="0" lvl="0" indent="0" algn="l" defTabSz="1038977" rtl="0" eaLnBrk="1" fontAlgn="auto" latinLnBrk="0" hangingPunct="1">
                <a:lnSpc>
                  <a:spcPct val="100000"/>
                </a:lnSpc>
                <a:spcBef>
                  <a:spcPts val="0"/>
                </a:spcBef>
                <a:spcAft>
                  <a:spcPts val="0"/>
                </a:spcAft>
                <a:buClrTx/>
                <a:buSzTx/>
                <a:buFontTx/>
                <a:buNone/>
                <a:tabLst/>
                <a:defRPr/>
              </a:pPr>
              <a:t>‹#›</a:t>
            </a:fld>
            <a:endParaRPr kumimoji="0" lang="en-GB" sz="1200" b="1" i="0" u="none" strike="noStrike" kern="1200" cap="none" spc="0" normalizeH="0" baseline="0" noProof="0" dirty="0">
              <a:ln>
                <a:noFill/>
              </a:ln>
              <a:solidFill>
                <a:prstClr val="black">
                  <a:lumMod val="85000"/>
                  <a:lumOff val="15000"/>
                </a:prstClr>
              </a:solidFill>
              <a:effectLst/>
              <a:uLnTx/>
              <a:uFillTx/>
              <a:latin typeface="Arial Nova" pitchFamily="34" charset="0"/>
              <a:ea typeface="+mn-ea"/>
              <a:cs typeface="+mn-cs"/>
            </a:endParaRPr>
          </a:p>
        </p:txBody>
      </p:sp>
    </p:spTree>
    <p:extLst>
      <p:ext uri="{BB962C8B-B14F-4D97-AF65-F5344CB8AC3E}">
        <p14:creationId xmlns:p14="http://schemas.microsoft.com/office/powerpoint/2010/main" val="3425696465"/>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Lst>
  <p:hf hdr="0" ftr="0" dt="0"/>
  <p:txStyles>
    <p:titleStyle>
      <a:lvl1pPr algn="l" defTabSz="1038977" rtl="0" eaLnBrk="1" latinLnBrk="0" hangingPunct="1">
        <a:spcBef>
          <a:spcPct val="0"/>
        </a:spcBef>
        <a:buNone/>
        <a:defRPr sz="3200" b="1" kern="1200">
          <a:solidFill>
            <a:schemeClr val="tx1"/>
          </a:solidFill>
          <a:latin typeface="Arial Nova" pitchFamily="34" charset="0"/>
          <a:ea typeface="+mj-ea"/>
          <a:cs typeface="+mj-cs"/>
        </a:defRPr>
      </a:lvl1pPr>
    </p:titleStyle>
    <p:bodyStyle>
      <a:lvl1pPr marL="389616" indent="-389616" algn="l" defTabSz="1038977" rtl="0" eaLnBrk="1" latinLnBrk="0" hangingPunct="1">
        <a:spcBef>
          <a:spcPct val="20000"/>
        </a:spcBef>
        <a:buFont typeface="Wingdings" pitchFamily="2" charset="2"/>
        <a:buChar char="§"/>
        <a:defRPr sz="2667" kern="1200">
          <a:solidFill>
            <a:schemeClr val="tx1"/>
          </a:solidFill>
          <a:latin typeface="Arial Nova" pitchFamily="34" charset="0"/>
          <a:ea typeface="+mn-ea"/>
          <a:cs typeface="+mn-cs"/>
        </a:defRPr>
      </a:lvl1pPr>
      <a:lvl2pPr marL="844168" indent="-324680" algn="l" defTabSz="1038977" rtl="0" eaLnBrk="1" latinLnBrk="0" hangingPunct="1">
        <a:spcBef>
          <a:spcPct val="20000"/>
        </a:spcBef>
        <a:buFont typeface="Arial" pitchFamily="34" charset="0"/>
        <a:buChar char="•"/>
        <a:defRPr sz="2267" kern="1200">
          <a:solidFill>
            <a:schemeClr val="tx1"/>
          </a:solidFill>
          <a:latin typeface="Arial Nova Light" pitchFamily="34" charset="0"/>
          <a:ea typeface="+mn-ea"/>
          <a:cs typeface="Arial Nova Light" pitchFamily="34" charset="0"/>
        </a:defRPr>
      </a:lvl2pPr>
      <a:lvl3pPr marL="1298721" indent="-259744" algn="l" defTabSz="1038977" rtl="0" eaLnBrk="1" latinLnBrk="0" hangingPunct="1">
        <a:spcBef>
          <a:spcPct val="20000"/>
        </a:spcBef>
        <a:buFont typeface="Arial Nova Light" pitchFamily="34" charset="0"/>
        <a:buChar char="–"/>
        <a:defRPr sz="2000" kern="1200">
          <a:solidFill>
            <a:schemeClr val="tx1"/>
          </a:solidFill>
          <a:latin typeface="Arial Nova Light" pitchFamily="34" charset="0"/>
          <a:ea typeface="+mn-ea"/>
          <a:cs typeface="Arial Nova Light" pitchFamily="34" charset="0"/>
        </a:defRPr>
      </a:lvl3pPr>
      <a:lvl4pPr marL="1818208" indent="-259744" algn="l" defTabSz="1038977" rtl="0" eaLnBrk="1" latinLnBrk="0" hangingPunct="1">
        <a:spcBef>
          <a:spcPct val="20000"/>
        </a:spcBef>
        <a:buFont typeface="Arial" pitchFamily="34" charset="0"/>
        <a:buChar char="–"/>
        <a:defRPr sz="1867" kern="1200">
          <a:solidFill>
            <a:schemeClr val="tx1"/>
          </a:solidFill>
          <a:latin typeface="Arial Nova Light" pitchFamily="34" charset="0"/>
          <a:ea typeface="+mn-ea"/>
          <a:cs typeface="Arial Nova Light" pitchFamily="34" charset="0"/>
        </a:defRPr>
      </a:lvl4pPr>
      <a:lvl5pPr marL="2337696" indent="-259744" algn="l" defTabSz="1038977" rtl="0" eaLnBrk="1" latinLnBrk="0" hangingPunct="1">
        <a:spcBef>
          <a:spcPct val="20000"/>
        </a:spcBef>
        <a:buFont typeface="Arial" pitchFamily="34" charset="0"/>
        <a:buChar char="»"/>
        <a:defRPr sz="1867" kern="1200">
          <a:solidFill>
            <a:schemeClr val="tx1"/>
          </a:solidFill>
          <a:latin typeface="Arial Nova Light" pitchFamily="34" charset="0"/>
          <a:ea typeface="+mn-ea"/>
          <a:cs typeface="Arial Nova Light" pitchFamily="34" charset="0"/>
        </a:defRPr>
      </a:lvl5pPr>
      <a:lvl6pPr marL="2857185"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6pPr>
      <a:lvl7pPr marL="3376673"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7pPr>
      <a:lvl8pPr marL="3896161"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8pPr>
      <a:lvl9pPr marL="4415650"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9pPr>
    </p:bodyStyle>
    <p:otherStyle>
      <a:defPPr>
        <a:defRPr lang="en-US"/>
      </a:defPPr>
      <a:lvl1pPr marL="0" algn="l" defTabSz="1038977" rtl="0" eaLnBrk="1" latinLnBrk="0" hangingPunct="1">
        <a:defRPr sz="2000" kern="1200">
          <a:solidFill>
            <a:schemeClr val="tx1"/>
          </a:solidFill>
          <a:latin typeface="+mn-lt"/>
          <a:ea typeface="+mn-ea"/>
          <a:cs typeface="+mn-cs"/>
        </a:defRPr>
      </a:lvl1pPr>
      <a:lvl2pPr marL="519488" algn="l" defTabSz="1038977" rtl="0" eaLnBrk="1" latinLnBrk="0" hangingPunct="1">
        <a:defRPr sz="2000" kern="1200">
          <a:solidFill>
            <a:schemeClr val="tx1"/>
          </a:solidFill>
          <a:latin typeface="+mn-lt"/>
          <a:ea typeface="+mn-ea"/>
          <a:cs typeface="+mn-cs"/>
        </a:defRPr>
      </a:lvl2pPr>
      <a:lvl3pPr marL="1038977" algn="l" defTabSz="1038977" rtl="0" eaLnBrk="1" latinLnBrk="0" hangingPunct="1">
        <a:defRPr sz="2000" kern="1200">
          <a:solidFill>
            <a:schemeClr val="tx1"/>
          </a:solidFill>
          <a:latin typeface="+mn-lt"/>
          <a:ea typeface="+mn-ea"/>
          <a:cs typeface="+mn-cs"/>
        </a:defRPr>
      </a:lvl3pPr>
      <a:lvl4pPr marL="1558465" algn="l" defTabSz="1038977" rtl="0" eaLnBrk="1" latinLnBrk="0" hangingPunct="1">
        <a:defRPr sz="2000" kern="1200">
          <a:solidFill>
            <a:schemeClr val="tx1"/>
          </a:solidFill>
          <a:latin typeface="+mn-lt"/>
          <a:ea typeface="+mn-ea"/>
          <a:cs typeface="+mn-cs"/>
        </a:defRPr>
      </a:lvl4pPr>
      <a:lvl5pPr marL="2077952" algn="l" defTabSz="1038977" rtl="0" eaLnBrk="1" latinLnBrk="0" hangingPunct="1">
        <a:defRPr sz="2000" kern="1200">
          <a:solidFill>
            <a:schemeClr val="tx1"/>
          </a:solidFill>
          <a:latin typeface="+mn-lt"/>
          <a:ea typeface="+mn-ea"/>
          <a:cs typeface="+mn-cs"/>
        </a:defRPr>
      </a:lvl5pPr>
      <a:lvl6pPr marL="2597440" algn="l" defTabSz="1038977" rtl="0" eaLnBrk="1" latinLnBrk="0" hangingPunct="1">
        <a:defRPr sz="2000" kern="1200">
          <a:solidFill>
            <a:schemeClr val="tx1"/>
          </a:solidFill>
          <a:latin typeface="+mn-lt"/>
          <a:ea typeface="+mn-ea"/>
          <a:cs typeface="+mn-cs"/>
        </a:defRPr>
      </a:lvl6pPr>
      <a:lvl7pPr marL="3116929" algn="l" defTabSz="1038977" rtl="0" eaLnBrk="1" latinLnBrk="0" hangingPunct="1">
        <a:defRPr sz="2000" kern="1200">
          <a:solidFill>
            <a:schemeClr val="tx1"/>
          </a:solidFill>
          <a:latin typeface="+mn-lt"/>
          <a:ea typeface="+mn-ea"/>
          <a:cs typeface="+mn-cs"/>
        </a:defRPr>
      </a:lvl7pPr>
      <a:lvl8pPr marL="3636417" algn="l" defTabSz="1038977" rtl="0" eaLnBrk="1" latinLnBrk="0" hangingPunct="1">
        <a:defRPr sz="2000" kern="1200">
          <a:solidFill>
            <a:schemeClr val="tx1"/>
          </a:solidFill>
          <a:latin typeface="+mn-lt"/>
          <a:ea typeface="+mn-ea"/>
          <a:cs typeface="+mn-cs"/>
        </a:defRPr>
      </a:lvl8pPr>
      <a:lvl9pPr marL="4155905" algn="l" defTabSz="1038977"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9CE55DB-BC7D-D54C-41FB-4A14084BE81C}"/>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1805" y="1015"/>
            <a:ext cx="12184775" cy="6855967"/>
          </a:xfrm>
          <a:prstGeom prst="rect">
            <a:avLst/>
          </a:prstGeom>
        </p:spPr>
      </p:pic>
      <p:sp>
        <p:nvSpPr>
          <p:cNvPr id="2" name="Title Placeholder 1"/>
          <p:cNvSpPr>
            <a:spLocks noGrp="1"/>
          </p:cNvSpPr>
          <p:nvPr>
            <p:ph type="title"/>
          </p:nvPr>
        </p:nvSpPr>
        <p:spPr>
          <a:xfrm>
            <a:off x="609600" y="274637"/>
            <a:ext cx="10972800" cy="1143000"/>
          </a:xfrm>
          <a:prstGeom prst="rect">
            <a:avLst/>
          </a:prstGeom>
        </p:spPr>
        <p:txBody>
          <a:bodyPr vert="horz" lIns="77925" tIns="38963" rIns="77925" bIns="38963"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09600" y="1517076"/>
            <a:ext cx="10972800" cy="4421087"/>
          </a:xfrm>
          <a:prstGeom prst="rect">
            <a:avLst/>
          </a:prstGeom>
        </p:spPr>
        <p:txBody>
          <a:bodyPr vert="horz" lIns="77925" tIns="38963" rIns="77925" bIns="3896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Slide Number Placeholder 5">
            <a:extLst>
              <a:ext uri="{FF2B5EF4-FFF2-40B4-BE49-F238E27FC236}">
                <a16:creationId xmlns:a16="http://schemas.microsoft.com/office/drawing/2014/main" id="{29508BD8-4C0A-0985-28AD-2D388E32F93A}"/>
              </a:ext>
            </a:extLst>
          </p:cNvPr>
          <p:cNvSpPr txBox="1">
            <a:spLocks/>
          </p:cNvSpPr>
          <p:nvPr/>
        </p:nvSpPr>
        <p:spPr>
          <a:xfrm>
            <a:off x="3311691" y="6309320"/>
            <a:ext cx="1056117" cy="365125"/>
          </a:xfrm>
          <a:prstGeom prst="rect">
            <a:avLst/>
          </a:prstGeom>
        </p:spPr>
        <p:txBody>
          <a:bodyPr vert="horz" lIns="103900" tIns="51951" rIns="103900" bIns="51951" rtlCol="0" anchor="ctr"/>
          <a:lstStyle>
            <a:defPPr>
              <a:defRPr lang="en-US"/>
            </a:defPPr>
            <a:lvl1pPr marL="0" algn="l" defTabSz="779252" rtl="0" eaLnBrk="1" latinLnBrk="0" hangingPunct="1">
              <a:defRPr sz="900" b="1" kern="1200">
                <a:solidFill>
                  <a:schemeClr val="tx1">
                    <a:tint val="75000"/>
                  </a:schemeClr>
                </a:solidFill>
                <a:latin typeface="Arial Nova" pitchFamily="34" charset="0"/>
                <a:ea typeface="+mn-ea"/>
                <a:cs typeface="+mn-cs"/>
              </a:defRPr>
            </a:lvl1pPr>
            <a:lvl2pPr marL="389626" algn="l" defTabSz="779252" rtl="0" eaLnBrk="1" latinLnBrk="0" hangingPunct="1">
              <a:defRPr sz="1500" kern="1200">
                <a:solidFill>
                  <a:schemeClr val="tx1"/>
                </a:solidFill>
                <a:latin typeface="+mn-lt"/>
                <a:ea typeface="+mn-ea"/>
                <a:cs typeface="+mn-cs"/>
              </a:defRPr>
            </a:lvl2pPr>
            <a:lvl3pPr marL="779252" algn="l" defTabSz="779252" rtl="0" eaLnBrk="1" latinLnBrk="0" hangingPunct="1">
              <a:defRPr sz="1500" kern="1200">
                <a:solidFill>
                  <a:schemeClr val="tx1"/>
                </a:solidFill>
                <a:latin typeface="+mn-lt"/>
                <a:ea typeface="+mn-ea"/>
                <a:cs typeface="+mn-cs"/>
              </a:defRPr>
            </a:lvl3pPr>
            <a:lvl4pPr marL="1168878" algn="l" defTabSz="779252" rtl="0" eaLnBrk="1" latinLnBrk="0" hangingPunct="1">
              <a:defRPr sz="1500" kern="1200">
                <a:solidFill>
                  <a:schemeClr val="tx1"/>
                </a:solidFill>
                <a:latin typeface="+mn-lt"/>
                <a:ea typeface="+mn-ea"/>
                <a:cs typeface="+mn-cs"/>
              </a:defRPr>
            </a:lvl4pPr>
            <a:lvl5pPr marL="1558503" algn="l" defTabSz="779252" rtl="0" eaLnBrk="1" latinLnBrk="0" hangingPunct="1">
              <a:defRPr sz="1500" kern="1200">
                <a:solidFill>
                  <a:schemeClr val="tx1"/>
                </a:solidFill>
                <a:latin typeface="+mn-lt"/>
                <a:ea typeface="+mn-ea"/>
                <a:cs typeface="+mn-cs"/>
              </a:defRPr>
            </a:lvl5pPr>
            <a:lvl6pPr marL="1948129" algn="l" defTabSz="779252" rtl="0" eaLnBrk="1" latinLnBrk="0" hangingPunct="1">
              <a:defRPr sz="1500" kern="1200">
                <a:solidFill>
                  <a:schemeClr val="tx1"/>
                </a:solidFill>
                <a:latin typeface="+mn-lt"/>
                <a:ea typeface="+mn-ea"/>
                <a:cs typeface="+mn-cs"/>
              </a:defRPr>
            </a:lvl6pPr>
            <a:lvl7pPr marL="2337755" algn="l" defTabSz="779252" rtl="0" eaLnBrk="1" latinLnBrk="0" hangingPunct="1">
              <a:defRPr sz="1500" kern="1200">
                <a:solidFill>
                  <a:schemeClr val="tx1"/>
                </a:solidFill>
                <a:latin typeface="+mn-lt"/>
                <a:ea typeface="+mn-ea"/>
                <a:cs typeface="+mn-cs"/>
              </a:defRPr>
            </a:lvl7pPr>
            <a:lvl8pPr marL="2727381" algn="l" defTabSz="779252" rtl="0" eaLnBrk="1" latinLnBrk="0" hangingPunct="1">
              <a:defRPr sz="1500" kern="1200">
                <a:solidFill>
                  <a:schemeClr val="tx1"/>
                </a:solidFill>
                <a:latin typeface="+mn-lt"/>
                <a:ea typeface="+mn-ea"/>
                <a:cs typeface="+mn-cs"/>
              </a:defRPr>
            </a:lvl8pPr>
            <a:lvl9pPr marL="3117007" algn="l" defTabSz="779252" rtl="0" eaLnBrk="1" latinLnBrk="0" hangingPunct="1">
              <a:defRPr sz="1500" kern="1200">
                <a:solidFill>
                  <a:schemeClr val="tx1"/>
                </a:solidFill>
                <a:latin typeface="+mn-lt"/>
                <a:ea typeface="+mn-ea"/>
                <a:cs typeface="+mn-cs"/>
              </a:defRPr>
            </a:lvl9pPr>
          </a:lstStyle>
          <a:p>
            <a:pPr marL="0" marR="0" lvl="0" indent="0" algn="l" defTabSz="1038977"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lumMod val="85000"/>
                    <a:lumOff val="15000"/>
                  </a:prstClr>
                </a:solidFill>
                <a:effectLst/>
                <a:uLnTx/>
                <a:uFillTx/>
                <a:latin typeface="Arial Nova" pitchFamily="34" charset="0"/>
                <a:ea typeface="+mn-ea"/>
                <a:cs typeface="+mn-cs"/>
              </a:rPr>
              <a:t>PAGE </a:t>
            </a:r>
            <a:fld id="{45A89BE1-5792-4ACB-BF4C-7FAB88C6C5B7}" type="slidenum">
              <a:rPr kumimoji="0" lang="en-GB" sz="1200" b="1" i="0" u="none" strike="noStrike" kern="1200" cap="none" spc="0" normalizeH="0" baseline="0" noProof="0" smtClean="0">
                <a:ln>
                  <a:noFill/>
                </a:ln>
                <a:solidFill>
                  <a:prstClr val="black">
                    <a:lumMod val="85000"/>
                    <a:lumOff val="15000"/>
                  </a:prstClr>
                </a:solidFill>
                <a:effectLst/>
                <a:uLnTx/>
                <a:uFillTx/>
                <a:latin typeface="Arial Nova" pitchFamily="34" charset="0"/>
                <a:ea typeface="+mn-ea"/>
                <a:cs typeface="+mn-cs"/>
              </a:rPr>
              <a:pPr marL="0" marR="0" lvl="0" indent="0" algn="l" defTabSz="1038977" rtl="0" eaLnBrk="1" fontAlgn="auto" latinLnBrk="0" hangingPunct="1">
                <a:lnSpc>
                  <a:spcPct val="100000"/>
                </a:lnSpc>
                <a:spcBef>
                  <a:spcPts val="0"/>
                </a:spcBef>
                <a:spcAft>
                  <a:spcPts val="0"/>
                </a:spcAft>
                <a:buClrTx/>
                <a:buSzTx/>
                <a:buFontTx/>
                <a:buNone/>
                <a:tabLst/>
                <a:defRPr/>
              </a:pPr>
              <a:t>‹#›</a:t>
            </a:fld>
            <a:endParaRPr kumimoji="0" lang="en-GB" sz="1200" b="1" i="0" u="none" strike="noStrike" kern="1200" cap="none" spc="0" normalizeH="0" baseline="0" noProof="0" dirty="0">
              <a:ln>
                <a:noFill/>
              </a:ln>
              <a:solidFill>
                <a:prstClr val="black">
                  <a:lumMod val="85000"/>
                  <a:lumOff val="15000"/>
                </a:prstClr>
              </a:solidFill>
              <a:effectLst/>
              <a:uLnTx/>
              <a:uFillTx/>
              <a:latin typeface="Arial Nova" pitchFamily="34" charset="0"/>
              <a:ea typeface="+mn-ea"/>
              <a:cs typeface="+mn-cs"/>
            </a:endParaRPr>
          </a:p>
        </p:txBody>
      </p:sp>
    </p:spTree>
    <p:extLst>
      <p:ext uri="{BB962C8B-B14F-4D97-AF65-F5344CB8AC3E}">
        <p14:creationId xmlns:p14="http://schemas.microsoft.com/office/powerpoint/2010/main" val="2330469110"/>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Lst>
  <p:hf hdr="0" ftr="0" dt="0"/>
  <p:txStyles>
    <p:titleStyle>
      <a:lvl1pPr algn="l" defTabSz="1038977" rtl="0" eaLnBrk="1" latinLnBrk="0" hangingPunct="1">
        <a:spcBef>
          <a:spcPct val="0"/>
        </a:spcBef>
        <a:buNone/>
        <a:defRPr sz="3200" b="1" kern="1200">
          <a:solidFill>
            <a:schemeClr val="tx1"/>
          </a:solidFill>
          <a:latin typeface="Arial Nova" pitchFamily="34" charset="0"/>
          <a:ea typeface="+mj-ea"/>
          <a:cs typeface="+mj-cs"/>
        </a:defRPr>
      </a:lvl1pPr>
    </p:titleStyle>
    <p:bodyStyle>
      <a:lvl1pPr marL="389616" indent="-389616" algn="l" defTabSz="1038977" rtl="0" eaLnBrk="1" latinLnBrk="0" hangingPunct="1">
        <a:spcBef>
          <a:spcPct val="20000"/>
        </a:spcBef>
        <a:buFont typeface="Wingdings" pitchFamily="2" charset="2"/>
        <a:buChar char="§"/>
        <a:defRPr sz="2667" kern="1200">
          <a:solidFill>
            <a:schemeClr val="tx1"/>
          </a:solidFill>
          <a:latin typeface="Arial Nova" pitchFamily="34" charset="0"/>
          <a:ea typeface="+mn-ea"/>
          <a:cs typeface="+mn-cs"/>
        </a:defRPr>
      </a:lvl1pPr>
      <a:lvl2pPr marL="844168" indent="-324680" algn="l" defTabSz="1038977" rtl="0" eaLnBrk="1" latinLnBrk="0" hangingPunct="1">
        <a:spcBef>
          <a:spcPct val="20000"/>
        </a:spcBef>
        <a:buFont typeface="Arial" pitchFamily="34" charset="0"/>
        <a:buChar char="•"/>
        <a:defRPr sz="2267" kern="1200">
          <a:solidFill>
            <a:schemeClr val="tx1"/>
          </a:solidFill>
          <a:latin typeface="Arial Nova Light" pitchFamily="34" charset="0"/>
          <a:ea typeface="+mn-ea"/>
          <a:cs typeface="Arial Nova Light" pitchFamily="34" charset="0"/>
        </a:defRPr>
      </a:lvl2pPr>
      <a:lvl3pPr marL="1298721" indent="-259744" algn="l" defTabSz="1038977" rtl="0" eaLnBrk="1" latinLnBrk="0" hangingPunct="1">
        <a:spcBef>
          <a:spcPct val="20000"/>
        </a:spcBef>
        <a:buFont typeface="Arial Nova Light" pitchFamily="34" charset="0"/>
        <a:buChar char="–"/>
        <a:defRPr sz="2000" kern="1200">
          <a:solidFill>
            <a:schemeClr val="tx1"/>
          </a:solidFill>
          <a:latin typeface="Arial Nova Light" pitchFamily="34" charset="0"/>
          <a:ea typeface="+mn-ea"/>
          <a:cs typeface="Arial Nova Light" pitchFamily="34" charset="0"/>
        </a:defRPr>
      </a:lvl3pPr>
      <a:lvl4pPr marL="1818208" indent="-259744" algn="l" defTabSz="1038977" rtl="0" eaLnBrk="1" latinLnBrk="0" hangingPunct="1">
        <a:spcBef>
          <a:spcPct val="20000"/>
        </a:spcBef>
        <a:buFont typeface="Arial" pitchFamily="34" charset="0"/>
        <a:buChar char="–"/>
        <a:defRPr sz="1867" kern="1200">
          <a:solidFill>
            <a:schemeClr val="tx1"/>
          </a:solidFill>
          <a:latin typeface="Arial Nova Light" pitchFamily="34" charset="0"/>
          <a:ea typeface="+mn-ea"/>
          <a:cs typeface="Arial Nova Light" pitchFamily="34" charset="0"/>
        </a:defRPr>
      </a:lvl4pPr>
      <a:lvl5pPr marL="2337696" indent="-259744" algn="l" defTabSz="1038977" rtl="0" eaLnBrk="1" latinLnBrk="0" hangingPunct="1">
        <a:spcBef>
          <a:spcPct val="20000"/>
        </a:spcBef>
        <a:buFont typeface="Arial" pitchFamily="34" charset="0"/>
        <a:buChar char="»"/>
        <a:defRPr sz="1867" kern="1200">
          <a:solidFill>
            <a:schemeClr val="tx1"/>
          </a:solidFill>
          <a:latin typeface="Arial Nova Light" pitchFamily="34" charset="0"/>
          <a:ea typeface="+mn-ea"/>
          <a:cs typeface="Arial Nova Light" pitchFamily="34" charset="0"/>
        </a:defRPr>
      </a:lvl5pPr>
      <a:lvl6pPr marL="2857185"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6pPr>
      <a:lvl7pPr marL="3376673"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7pPr>
      <a:lvl8pPr marL="3896161"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8pPr>
      <a:lvl9pPr marL="4415650"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9pPr>
    </p:bodyStyle>
    <p:otherStyle>
      <a:defPPr>
        <a:defRPr lang="en-US"/>
      </a:defPPr>
      <a:lvl1pPr marL="0" algn="l" defTabSz="1038977" rtl="0" eaLnBrk="1" latinLnBrk="0" hangingPunct="1">
        <a:defRPr sz="2000" kern="1200">
          <a:solidFill>
            <a:schemeClr val="tx1"/>
          </a:solidFill>
          <a:latin typeface="+mn-lt"/>
          <a:ea typeface="+mn-ea"/>
          <a:cs typeface="+mn-cs"/>
        </a:defRPr>
      </a:lvl1pPr>
      <a:lvl2pPr marL="519488" algn="l" defTabSz="1038977" rtl="0" eaLnBrk="1" latinLnBrk="0" hangingPunct="1">
        <a:defRPr sz="2000" kern="1200">
          <a:solidFill>
            <a:schemeClr val="tx1"/>
          </a:solidFill>
          <a:latin typeface="+mn-lt"/>
          <a:ea typeface="+mn-ea"/>
          <a:cs typeface="+mn-cs"/>
        </a:defRPr>
      </a:lvl2pPr>
      <a:lvl3pPr marL="1038977" algn="l" defTabSz="1038977" rtl="0" eaLnBrk="1" latinLnBrk="0" hangingPunct="1">
        <a:defRPr sz="2000" kern="1200">
          <a:solidFill>
            <a:schemeClr val="tx1"/>
          </a:solidFill>
          <a:latin typeface="+mn-lt"/>
          <a:ea typeface="+mn-ea"/>
          <a:cs typeface="+mn-cs"/>
        </a:defRPr>
      </a:lvl3pPr>
      <a:lvl4pPr marL="1558465" algn="l" defTabSz="1038977" rtl="0" eaLnBrk="1" latinLnBrk="0" hangingPunct="1">
        <a:defRPr sz="2000" kern="1200">
          <a:solidFill>
            <a:schemeClr val="tx1"/>
          </a:solidFill>
          <a:latin typeface="+mn-lt"/>
          <a:ea typeface="+mn-ea"/>
          <a:cs typeface="+mn-cs"/>
        </a:defRPr>
      </a:lvl4pPr>
      <a:lvl5pPr marL="2077952" algn="l" defTabSz="1038977" rtl="0" eaLnBrk="1" latinLnBrk="0" hangingPunct="1">
        <a:defRPr sz="2000" kern="1200">
          <a:solidFill>
            <a:schemeClr val="tx1"/>
          </a:solidFill>
          <a:latin typeface="+mn-lt"/>
          <a:ea typeface="+mn-ea"/>
          <a:cs typeface="+mn-cs"/>
        </a:defRPr>
      </a:lvl5pPr>
      <a:lvl6pPr marL="2597440" algn="l" defTabSz="1038977" rtl="0" eaLnBrk="1" latinLnBrk="0" hangingPunct="1">
        <a:defRPr sz="2000" kern="1200">
          <a:solidFill>
            <a:schemeClr val="tx1"/>
          </a:solidFill>
          <a:latin typeface="+mn-lt"/>
          <a:ea typeface="+mn-ea"/>
          <a:cs typeface="+mn-cs"/>
        </a:defRPr>
      </a:lvl6pPr>
      <a:lvl7pPr marL="3116929" algn="l" defTabSz="1038977" rtl="0" eaLnBrk="1" latinLnBrk="0" hangingPunct="1">
        <a:defRPr sz="2000" kern="1200">
          <a:solidFill>
            <a:schemeClr val="tx1"/>
          </a:solidFill>
          <a:latin typeface="+mn-lt"/>
          <a:ea typeface="+mn-ea"/>
          <a:cs typeface="+mn-cs"/>
        </a:defRPr>
      </a:lvl7pPr>
      <a:lvl8pPr marL="3636417" algn="l" defTabSz="1038977" rtl="0" eaLnBrk="1" latinLnBrk="0" hangingPunct="1">
        <a:defRPr sz="2000" kern="1200">
          <a:solidFill>
            <a:schemeClr val="tx1"/>
          </a:solidFill>
          <a:latin typeface="+mn-lt"/>
          <a:ea typeface="+mn-ea"/>
          <a:cs typeface="+mn-cs"/>
        </a:defRPr>
      </a:lvl8pPr>
      <a:lvl9pPr marL="4155905" algn="l" defTabSz="1038977"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F04E63C-A601-D49F-41DD-2560DBD3FF5E}"/>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p:blipFill>
        <p:spPr>
          <a:xfrm>
            <a:off x="1" y="0"/>
            <a:ext cx="12188388" cy="6858000"/>
          </a:xfrm>
          <a:prstGeom prst="rect">
            <a:avLst/>
          </a:prstGeom>
        </p:spPr>
      </p:pic>
      <p:sp>
        <p:nvSpPr>
          <p:cNvPr id="2" name="Title Placeholder 1"/>
          <p:cNvSpPr>
            <a:spLocks noGrp="1"/>
          </p:cNvSpPr>
          <p:nvPr>
            <p:ph type="title"/>
          </p:nvPr>
        </p:nvSpPr>
        <p:spPr>
          <a:xfrm>
            <a:off x="609600" y="274637"/>
            <a:ext cx="10972800" cy="1143000"/>
          </a:xfrm>
          <a:prstGeom prst="rect">
            <a:avLst/>
          </a:prstGeom>
        </p:spPr>
        <p:txBody>
          <a:bodyPr vert="horz" lIns="77925" tIns="38963" rIns="77925" bIns="38963" rtlCol="0" anchor="ctr">
            <a:normAutofit/>
          </a:bodyPr>
          <a:lstStyle/>
          <a:p>
            <a:r>
              <a:rPr lang="en-US"/>
              <a:t>Click to edit Master title style</a:t>
            </a:r>
            <a:endParaRPr lang="en-GB" dirty="0"/>
          </a:p>
        </p:txBody>
      </p:sp>
      <p:sp>
        <p:nvSpPr>
          <p:cNvPr id="3" name="Text Placeholder 2"/>
          <p:cNvSpPr>
            <a:spLocks noGrp="1"/>
          </p:cNvSpPr>
          <p:nvPr>
            <p:ph type="body" idx="1"/>
          </p:nvPr>
        </p:nvSpPr>
        <p:spPr>
          <a:xfrm>
            <a:off x="609600" y="1517076"/>
            <a:ext cx="10972800" cy="4421087"/>
          </a:xfrm>
          <a:prstGeom prst="rect">
            <a:avLst/>
          </a:prstGeom>
        </p:spPr>
        <p:txBody>
          <a:bodyPr vert="horz" lIns="77925" tIns="38963" rIns="77925" bIns="3896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Slide Number Placeholder 5">
            <a:extLst>
              <a:ext uri="{FF2B5EF4-FFF2-40B4-BE49-F238E27FC236}">
                <a16:creationId xmlns:a16="http://schemas.microsoft.com/office/drawing/2014/main" id="{29508BD8-4C0A-0985-28AD-2D388E32F93A}"/>
              </a:ext>
            </a:extLst>
          </p:cNvPr>
          <p:cNvSpPr txBox="1">
            <a:spLocks/>
          </p:cNvSpPr>
          <p:nvPr/>
        </p:nvSpPr>
        <p:spPr>
          <a:xfrm>
            <a:off x="3311691" y="6309320"/>
            <a:ext cx="1056117" cy="365125"/>
          </a:xfrm>
          <a:prstGeom prst="rect">
            <a:avLst/>
          </a:prstGeom>
        </p:spPr>
        <p:txBody>
          <a:bodyPr vert="horz" lIns="103900" tIns="51951" rIns="103900" bIns="51951" rtlCol="0" anchor="ctr"/>
          <a:lstStyle>
            <a:defPPr>
              <a:defRPr lang="en-US"/>
            </a:defPPr>
            <a:lvl1pPr marL="0" algn="l" defTabSz="779252" rtl="0" eaLnBrk="1" latinLnBrk="0" hangingPunct="1">
              <a:defRPr sz="900" b="1" kern="1200">
                <a:solidFill>
                  <a:schemeClr val="tx1">
                    <a:tint val="75000"/>
                  </a:schemeClr>
                </a:solidFill>
                <a:latin typeface="Arial Nova" pitchFamily="34" charset="0"/>
                <a:ea typeface="+mn-ea"/>
                <a:cs typeface="+mn-cs"/>
              </a:defRPr>
            </a:lvl1pPr>
            <a:lvl2pPr marL="389626" algn="l" defTabSz="779252" rtl="0" eaLnBrk="1" latinLnBrk="0" hangingPunct="1">
              <a:defRPr sz="1500" kern="1200">
                <a:solidFill>
                  <a:schemeClr val="tx1"/>
                </a:solidFill>
                <a:latin typeface="+mn-lt"/>
                <a:ea typeface="+mn-ea"/>
                <a:cs typeface="+mn-cs"/>
              </a:defRPr>
            </a:lvl2pPr>
            <a:lvl3pPr marL="779252" algn="l" defTabSz="779252" rtl="0" eaLnBrk="1" latinLnBrk="0" hangingPunct="1">
              <a:defRPr sz="1500" kern="1200">
                <a:solidFill>
                  <a:schemeClr val="tx1"/>
                </a:solidFill>
                <a:latin typeface="+mn-lt"/>
                <a:ea typeface="+mn-ea"/>
                <a:cs typeface="+mn-cs"/>
              </a:defRPr>
            </a:lvl3pPr>
            <a:lvl4pPr marL="1168878" algn="l" defTabSz="779252" rtl="0" eaLnBrk="1" latinLnBrk="0" hangingPunct="1">
              <a:defRPr sz="1500" kern="1200">
                <a:solidFill>
                  <a:schemeClr val="tx1"/>
                </a:solidFill>
                <a:latin typeface="+mn-lt"/>
                <a:ea typeface="+mn-ea"/>
                <a:cs typeface="+mn-cs"/>
              </a:defRPr>
            </a:lvl4pPr>
            <a:lvl5pPr marL="1558503" algn="l" defTabSz="779252" rtl="0" eaLnBrk="1" latinLnBrk="0" hangingPunct="1">
              <a:defRPr sz="1500" kern="1200">
                <a:solidFill>
                  <a:schemeClr val="tx1"/>
                </a:solidFill>
                <a:latin typeface="+mn-lt"/>
                <a:ea typeface="+mn-ea"/>
                <a:cs typeface="+mn-cs"/>
              </a:defRPr>
            </a:lvl5pPr>
            <a:lvl6pPr marL="1948129" algn="l" defTabSz="779252" rtl="0" eaLnBrk="1" latinLnBrk="0" hangingPunct="1">
              <a:defRPr sz="1500" kern="1200">
                <a:solidFill>
                  <a:schemeClr val="tx1"/>
                </a:solidFill>
                <a:latin typeface="+mn-lt"/>
                <a:ea typeface="+mn-ea"/>
                <a:cs typeface="+mn-cs"/>
              </a:defRPr>
            </a:lvl6pPr>
            <a:lvl7pPr marL="2337755" algn="l" defTabSz="779252" rtl="0" eaLnBrk="1" latinLnBrk="0" hangingPunct="1">
              <a:defRPr sz="1500" kern="1200">
                <a:solidFill>
                  <a:schemeClr val="tx1"/>
                </a:solidFill>
                <a:latin typeface="+mn-lt"/>
                <a:ea typeface="+mn-ea"/>
                <a:cs typeface="+mn-cs"/>
              </a:defRPr>
            </a:lvl7pPr>
            <a:lvl8pPr marL="2727381" algn="l" defTabSz="779252" rtl="0" eaLnBrk="1" latinLnBrk="0" hangingPunct="1">
              <a:defRPr sz="1500" kern="1200">
                <a:solidFill>
                  <a:schemeClr val="tx1"/>
                </a:solidFill>
                <a:latin typeface="+mn-lt"/>
                <a:ea typeface="+mn-ea"/>
                <a:cs typeface="+mn-cs"/>
              </a:defRPr>
            </a:lvl8pPr>
            <a:lvl9pPr marL="3117007" algn="l" defTabSz="779252" rtl="0" eaLnBrk="1" latinLnBrk="0" hangingPunct="1">
              <a:defRPr sz="1500" kern="1200">
                <a:solidFill>
                  <a:schemeClr val="tx1"/>
                </a:solidFill>
                <a:latin typeface="+mn-lt"/>
                <a:ea typeface="+mn-ea"/>
                <a:cs typeface="+mn-cs"/>
              </a:defRPr>
            </a:lvl9pPr>
          </a:lstStyle>
          <a:p>
            <a:r>
              <a:rPr lang="en-GB" sz="1200" dirty="0">
                <a:solidFill>
                  <a:schemeClr val="tx1">
                    <a:lumMod val="85000"/>
                    <a:lumOff val="15000"/>
                  </a:schemeClr>
                </a:solidFill>
              </a:rPr>
              <a:t>PAGE </a:t>
            </a:r>
            <a:fld id="{45A89BE1-5792-4ACB-BF4C-7FAB88C6C5B7}" type="slidenum">
              <a:rPr lang="en-GB" sz="1200" smtClean="0">
                <a:solidFill>
                  <a:schemeClr val="tx1">
                    <a:lumMod val="85000"/>
                    <a:lumOff val="15000"/>
                  </a:schemeClr>
                </a:solidFill>
              </a:rPr>
              <a:pPr/>
              <a:t>‹#›</a:t>
            </a:fld>
            <a:endParaRPr lang="en-GB" sz="1200" dirty="0">
              <a:solidFill>
                <a:schemeClr val="tx1">
                  <a:lumMod val="85000"/>
                  <a:lumOff val="15000"/>
                </a:schemeClr>
              </a:solidFill>
            </a:endParaRPr>
          </a:p>
        </p:txBody>
      </p:sp>
      <p:sp>
        <p:nvSpPr>
          <p:cNvPr id="5" name="TextBox 4">
            <a:extLst>
              <a:ext uri="{FF2B5EF4-FFF2-40B4-BE49-F238E27FC236}">
                <a16:creationId xmlns:a16="http://schemas.microsoft.com/office/drawing/2014/main" id="{AA9153D7-25BF-C800-5FB0-44A0FF3EB971}"/>
              </a:ext>
            </a:extLst>
          </p:cNvPr>
          <p:cNvSpPr txBox="1"/>
          <p:nvPr userDrawn="1">
            <p:extLst>
              <p:ext uri="{1162E1C5-73C7-4A58-AE30-91384D911F3F}">
                <p184:classification xmlns:p184="http://schemas.microsoft.com/office/powerpoint/2018/4/main" val="ftr"/>
              </p:ext>
            </p:extLst>
          </p:nvPr>
        </p:nvSpPr>
        <p:spPr>
          <a:xfrm>
            <a:off x="5836412" y="6642100"/>
            <a:ext cx="544513" cy="152400"/>
          </a:xfrm>
          <a:prstGeom prst="rect">
            <a:avLst/>
          </a:prstGeom>
        </p:spPr>
        <p:txBody>
          <a:bodyPr horzOverflow="overflow" lIns="0" tIns="0" rIns="0" bIns="0">
            <a:spAutoFit/>
          </a:bodyPr>
          <a:lstStyle/>
          <a:p>
            <a:pPr algn="l"/>
            <a:r>
              <a:rPr lang="en-GB" sz="1000">
                <a:solidFill>
                  <a:srgbClr val="000000">
                    <a:alpha val="50000"/>
                  </a:srgbClr>
                </a:solidFill>
                <a:latin typeface="Aptos" panose="020B0004020202020204" pitchFamily="34" charset="0"/>
              </a:rPr>
              <a:t>OFFICIAL</a:t>
            </a:r>
          </a:p>
        </p:txBody>
      </p:sp>
    </p:spTree>
    <p:extLst>
      <p:ext uri="{BB962C8B-B14F-4D97-AF65-F5344CB8AC3E}">
        <p14:creationId xmlns:p14="http://schemas.microsoft.com/office/powerpoint/2010/main" val="1322717395"/>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Lst>
  <p:txStyles>
    <p:titleStyle>
      <a:lvl1pPr algn="l" defTabSz="1038977" rtl="0" eaLnBrk="1" latinLnBrk="0" hangingPunct="1">
        <a:spcBef>
          <a:spcPct val="0"/>
        </a:spcBef>
        <a:buNone/>
        <a:defRPr sz="3200" b="1" kern="1200">
          <a:solidFill>
            <a:schemeClr val="tx1"/>
          </a:solidFill>
          <a:latin typeface="Arial Nova" pitchFamily="34" charset="0"/>
          <a:ea typeface="+mj-ea"/>
          <a:cs typeface="+mj-cs"/>
        </a:defRPr>
      </a:lvl1pPr>
    </p:titleStyle>
    <p:bodyStyle>
      <a:lvl1pPr marL="389616" indent="-389616" algn="l" defTabSz="1038977" rtl="0" eaLnBrk="1" latinLnBrk="0" hangingPunct="1">
        <a:spcBef>
          <a:spcPct val="20000"/>
        </a:spcBef>
        <a:buFont typeface="Wingdings" pitchFamily="2" charset="2"/>
        <a:buChar char="§"/>
        <a:defRPr sz="2667" kern="1200">
          <a:solidFill>
            <a:schemeClr val="tx1"/>
          </a:solidFill>
          <a:latin typeface="Arial Nova" pitchFamily="34" charset="0"/>
          <a:ea typeface="+mn-ea"/>
          <a:cs typeface="+mn-cs"/>
        </a:defRPr>
      </a:lvl1pPr>
      <a:lvl2pPr marL="844168" indent="-324680" algn="l" defTabSz="1038977" rtl="0" eaLnBrk="1" latinLnBrk="0" hangingPunct="1">
        <a:spcBef>
          <a:spcPct val="20000"/>
        </a:spcBef>
        <a:buFont typeface="Arial" pitchFamily="34" charset="0"/>
        <a:buChar char="•"/>
        <a:defRPr sz="2267" kern="1200">
          <a:solidFill>
            <a:schemeClr val="tx1"/>
          </a:solidFill>
          <a:latin typeface="Arial Nova Light" pitchFamily="34" charset="0"/>
          <a:ea typeface="+mn-ea"/>
          <a:cs typeface="Arial Nova Light" pitchFamily="34" charset="0"/>
        </a:defRPr>
      </a:lvl2pPr>
      <a:lvl3pPr marL="1298721" indent="-259744" algn="l" defTabSz="1038977" rtl="0" eaLnBrk="1" latinLnBrk="0" hangingPunct="1">
        <a:spcBef>
          <a:spcPct val="20000"/>
        </a:spcBef>
        <a:buFont typeface="Arial Nova Light" pitchFamily="34" charset="0"/>
        <a:buChar char="–"/>
        <a:defRPr sz="2000" kern="1200">
          <a:solidFill>
            <a:schemeClr val="tx1"/>
          </a:solidFill>
          <a:latin typeface="Arial Nova Light" pitchFamily="34" charset="0"/>
          <a:ea typeface="+mn-ea"/>
          <a:cs typeface="Arial Nova Light" pitchFamily="34" charset="0"/>
        </a:defRPr>
      </a:lvl3pPr>
      <a:lvl4pPr marL="1818208" indent="-259744" algn="l" defTabSz="1038977" rtl="0" eaLnBrk="1" latinLnBrk="0" hangingPunct="1">
        <a:spcBef>
          <a:spcPct val="20000"/>
        </a:spcBef>
        <a:buFont typeface="Arial" pitchFamily="34" charset="0"/>
        <a:buChar char="–"/>
        <a:defRPr sz="1867" kern="1200">
          <a:solidFill>
            <a:schemeClr val="tx1"/>
          </a:solidFill>
          <a:latin typeface="Arial Nova Light" pitchFamily="34" charset="0"/>
          <a:ea typeface="+mn-ea"/>
          <a:cs typeface="Arial Nova Light" pitchFamily="34" charset="0"/>
        </a:defRPr>
      </a:lvl4pPr>
      <a:lvl5pPr marL="2337696" indent="-259744" algn="l" defTabSz="1038977" rtl="0" eaLnBrk="1" latinLnBrk="0" hangingPunct="1">
        <a:spcBef>
          <a:spcPct val="20000"/>
        </a:spcBef>
        <a:buFont typeface="Arial" pitchFamily="34" charset="0"/>
        <a:buChar char="»"/>
        <a:defRPr sz="1867" kern="1200">
          <a:solidFill>
            <a:schemeClr val="tx1"/>
          </a:solidFill>
          <a:latin typeface="Arial Nova Light" pitchFamily="34" charset="0"/>
          <a:ea typeface="+mn-ea"/>
          <a:cs typeface="Arial Nova Light" pitchFamily="34" charset="0"/>
        </a:defRPr>
      </a:lvl5pPr>
      <a:lvl6pPr marL="2857185"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6pPr>
      <a:lvl7pPr marL="3376673"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7pPr>
      <a:lvl8pPr marL="3896161"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8pPr>
      <a:lvl9pPr marL="4415650"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9pPr>
    </p:bodyStyle>
    <p:otherStyle>
      <a:defPPr>
        <a:defRPr lang="en-US"/>
      </a:defPPr>
      <a:lvl1pPr marL="0" algn="l" defTabSz="1038977" rtl="0" eaLnBrk="1" latinLnBrk="0" hangingPunct="1">
        <a:defRPr sz="2000" kern="1200">
          <a:solidFill>
            <a:schemeClr val="tx1"/>
          </a:solidFill>
          <a:latin typeface="+mn-lt"/>
          <a:ea typeface="+mn-ea"/>
          <a:cs typeface="+mn-cs"/>
        </a:defRPr>
      </a:lvl1pPr>
      <a:lvl2pPr marL="519488" algn="l" defTabSz="1038977" rtl="0" eaLnBrk="1" latinLnBrk="0" hangingPunct="1">
        <a:defRPr sz="2000" kern="1200">
          <a:solidFill>
            <a:schemeClr val="tx1"/>
          </a:solidFill>
          <a:latin typeface="+mn-lt"/>
          <a:ea typeface="+mn-ea"/>
          <a:cs typeface="+mn-cs"/>
        </a:defRPr>
      </a:lvl2pPr>
      <a:lvl3pPr marL="1038977" algn="l" defTabSz="1038977" rtl="0" eaLnBrk="1" latinLnBrk="0" hangingPunct="1">
        <a:defRPr sz="2000" kern="1200">
          <a:solidFill>
            <a:schemeClr val="tx1"/>
          </a:solidFill>
          <a:latin typeface="+mn-lt"/>
          <a:ea typeface="+mn-ea"/>
          <a:cs typeface="+mn-cs"/>
        </a:defRPr>
      </a:lvl3pPr>
      <a:lvl4pPr marL="1558465" algn="l" defTabSz="1038977" rtl="0" eaLnBrk="1" latinLnBrk="0" hangingPunct="1">
        <a:defRPr sz="2000" kern="1200">
          <a:solidFill>
            <a:schemeClr val="tx1"/>
          </a:solidFill>
          <a:latin typeface="+mn-lt"/>
          <a:ea typeface="+mn-ea"/>
          <a:cs typeface="+mn-cs"/>
        </a:defRPr>
      </a:lvl4pPr>
      <a:lvl5pPr marL="2077952" algn="l" defTabSz="1038977" rtl="0" eaLnBrk="1" latinLnBrk="0" hangingPunct="1">
        <a:defRPr sz="2000" kern="1200">
          <a:solidFill>
            <a:schemeClr val="tx1"/>
          </a:solidFill>
          <a:latin typeface="+mn-lt"/>
          <a:ea typeface="+mn-ea"/>
          <a:cs typeface="+mn-cs"/>
        </a:defRPr>
      </a:lvl5pPr>
      <a:lvl6pPr marL="2597440" algn="l" defTabSz="1038977" rtl="0" eaLnBrk="1" latinLnBrk="0" hangingPunct="1">
        <a:defRPr sz="2000" kern="1200">
          <a:solidFill>
            <a:schemeClr val="tx1"/>
          </a:solidFill>
          <a:latin typeface="+mn-lt"/>
          <a:ea typeface="+mn-ea"/>
          <a:cs typeface="+mn-cs"/>
        </a:defRPr>
      </a:lvl6pPr>
      <a:lvl7pPr marL="3116929" algn="l" defTabSz="1038977" rtl="0" eaLnBrk="1" latinLnBrk="0" hangingPunct="1">
        <a:defRPr sz="2000" kern="1200">
          <a:solidFill>
            <a:schemeClr val="tx1"/>
          </a:solidFill>
          <a:latin typeface="+mn-lt"/>
          <a:ea typeface="+mn-ea"/>
          <a:cs typeface="+mn-cs"/>
        </a:defRPr>
      </a:lvl7pPr>
      <a:lvl8pPr marL="3636417" algn="l" defTabSz="1038977" rtl="0" eaLnBrk="1" latinLnBrk="0" hangingPunct="1">
        <a:defRPr sz="2000" kern="1200">
          <a:solidFill>
            <a:schemeClr val="tx1"/>
          </a:solidFill>
          <a:latin typeface="+mn-lt"/>
          <a:ea typeface="+mn-ea"/>
          <a:cs typeface="+mn-cs"/>
        </a:defRPr>
      </a:lvl8pPr>
      <a:lvl9pPr marL="4155905" algn="l" defTabSz="1038977" rtl="0" eaLnBrk="1" latinLnBrk="0" hangingPunct="1">
        <a:defRPr sz="20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David-Ellis/Measles-System-Dynamics-BSol" TargetMode="External"/><Relationship Id="rId2" Type="http://schemas.openxmlformats.org/officeDocument/2006/relationships/image" Target="../media/image20.png"/><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7.xml"/><Relationship Id="rId4" Type="http://schemas.openxmlformats.org/officeDocument/2006/relationships/image" Target="../media/image22.svg"/></Relationships>
</file>

<file path=ppt/slides/_rels/slide5.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27.xml"/><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7.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0.png"/><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0.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7.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0.png"/><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32.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0.png"/><Relationship Id="rId1" Type="http://schemas.openxmlformats.org/officeDocument/2006/relationships/slideLayout" Target="../slideLayouts/slideLayout27.xml"/><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7.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7.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27.xml"/><Relationship Id="rId5" Type="http://schemas.openxmlformats.org/officeDocument/2006/relationships/image" Target="../media/image38.svg"/><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8.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7.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7.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7.xml"/></Relationships>
</file>

<file path=ppt/slides/_rels/slide4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7.xml"/></Relationships>
</file>

<file path=ppt/slides/_rels/slide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7.xml"/></Relationships>
</file>

<file path=ppt/slides/_rels/slide43.xml.rels><?xml version="1.0" encoding="UTF-8" standalone="yes"?>
<Relationships xmlns="http://schemas.openxmlformats.org/package/2006/relationships"><Relationship Id="rId3" Type="http://schemas.openxmlformats.org/officeDocument/2006/relationships/hyperlink" Target="https://www.mentimeter.com/app/presentation/alh9bckobsnnv56qp8a7zjo9ocp98ofj/edit?question=v6zrgijzebiy" TargetMode="External"/><Relationship Id="rId2" Type="http://schemas.openxmlformats.org/officeDocument/2006/relationships/image" Target="../media/image20.png"/><Relationship Id="rId1" Type="http://schemas.openxmlformats.org/officeDocument/2006/relationships/slideLayout" Target="../slideLayouts/slideLayout27.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C6901-9DD9-E24C-8805-5B18EABAC0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6A38AD-7EE7-1694-4024-5A658E4FC6BC}"/>
              </a:ext>
            </a:extLst>
          </p:cNvPr>
          <p:cNvSpPr>
            <a:spLocks noGrp="1"/>
          </p:cNvSpPr>
          <p:nvPr>
            <p:ph type="ctrTitle"/>
          </p:nvPr>
        </p:nvSpPr>
        <p:spPr/>
        <p:txBody>
          <a:bodyPr/>
          <a:lstStyle/>
          <a:p>
            <a:r>
              <a:rPr lang="en-GB" dirty="0"/>
              <a:t>BSol Measles Participatory System Modelling Workshop</a:t>
            </a:r>
          </a:p>
        </p:txBody>
      </p:sp>
      <p:sp>
        <p:nvSpPr>
          <p:cNvPr id="3" name="Subtitle 2">
            <a:extLst>
              <a:ext uri="{FF2B5EF4-FFF2-40B4-BE49-F238E27FC236}">
                <a16:creationId xmlns:a16="http://schemas.microsoft.com/office/drawing/2014/main" id="{6D1398F3-E0CD-2DE5-B747-5F71675E9122}"/>
              </a:ext>
            </a:extLst>
          </p:cNvPr>
          <p:cNvSpPr>
            <a:spLocks noGrp="1"/>
          </p:cNvSpPr>
          <p:nvPr>
            <p:ph type="subTitle" idx="1"/>
          </p:nvPr>
        </p:nvSpPr>
        <p:spPr>
          <a:xfrm>
            <a:off x="643703" y="3260575"/>
            <a:ext cx="6958927" cy="1988757"/>
          </a:xfrm>
        </p:spPr>
        <p:txBody>
          <a:bodyPr>
            <a:normAutofit/>
          </a:bodyPr>
          <a:lstStyle/>
          <a:p>
            <a:r>
              <a:rPr lang="en-GB" dirty="0"/>
              <a:t>David Ellis</a:t>
            </a:r>
          </a:p>
          <a:p>
            <a:r>
              <a:rPr lang="en-GB" dirty="0"/>
              <a:t>Senior Public Health Analyst</a:t>
            </a:r>
          </a:p>
          <a:p>
            <a:r>
              <a:rPr lang="en-GB" dirty="0"/>
              <a:t>Birmingham City Council</a:t>
            </a:r>
          </a:p>
        </p:txBody>
      </p:sp>
      <p:pic>
        <p:nvPicPr>
          <p:cNvPr id="2054" name="Picture 6" descr="Category · Admissions portal">
            <a:extLst>
              <a:ext uri="{FF2B5EF4-FFF2-40B4-BE49-F238E27FC236}">
                <a16:creationId xmlns:a16="http://schemas.microsoft.com/office/drawing/2014/main" id="{D277768D-AB4E-0C8A-50CB-C377D9A149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4920" y="322432"/>
            <a:ext cx="1849120" cy="4704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237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C4CC0-FD05-FEF4-948D-B3945918F351}"/>
              </a:ext>
            </a:extLst>
          </p:cNvPr>
          <p:cNvSpPr>
            <a:spLocks noGrp="1"/>
          </p:cNvSpPr>
          <p:nvPr>
            <p:ph type="title"/>
          </p:nvPr>
        </p:nvSpPr>
        <p:spPr/>
        <p:txBody>
          <a:bodyPr>
            <a:normAutofit/>
          </a:bodyPr>
          <a:lstStyle/>
          <a:p>
            <a:r>
              <a:rPr lang="en-GB" dirty="0"/>
              <a:t>Agenda</a:t>
            </a:r>
          </a:p>
        </p:txBody>
      </p:sp>
      <p:pic>
        <p:nvPicPr>
          <p:cNvPr id="5" name="Picture 4">
            <a:extLst>
              <a:ext uri="{FF2B5EF4-FFF2-40B4-BE49-F238E27FC236}">
                <a16:creationId xmlns:a16="http://schemas.microsoft.com/office/drawing/2014/main" id="{9FD23FF9-9BA8-9167-0772-D1B26C29A4D3}"/>
              </a:ext>
            </a:extLst>
          </p:cNvPr>
          <p:cNvPicPr>
            <a:picLocks noChangeAspect="1"/>
          </p:cNvPicPr>
          <p:nvPr/>
        </p:nvPicPr>
        <p:blipFill>
          <a:blip r:embed="rId2"/>
          <a:stretch>
            <a:fillRect/>
          </a:stretch>
        </p:blipFill>
        <p:spPr>
          <a:xfrm>
            <a:off x="1738809" y="1268760"/>
            <a:ext cx="8714382" cy="4365171"/>
          </a:xfrm>
          <a:prstGeom prst="rect">
            <a:avLst/>
          </a:prstGeom>
        </p:spPr>
      </p:pic>
      <p:pic>
        <p:nvPicPr>
          <p:cNvPr id="1026" name="Picture 2" descr="University of Birmingham Logo PNG Vector (EPS) Free Download">
            <a:extLst>
              <a:ext uri="{FF2B5EF4-FFF2-40B4-BE49-F238E27FC236}">
                <a16:creationId xmlns:a16="http://schemas.microsoft.com/office/drawing/2014/main" id="{4B16A5B7-426C-CDC0-1332-9B9F35016BA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8533" b="38889"/>
          <a:stretch>
            <a:fillRect/>
          </a:stretch>
        </p:blipFill>
        <p:spPr bwMode="auto">
          <a:xfrm>
            <a:off x="9702800" y="6161944"/>
            <a:ext cx="2407920" cy="543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6835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C60DF-158E-898A-B1EF-481FF07C6C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D2324C-6D4D-000A-A87D-3D37C7C60E8F}"/>
              </a:ext>
            </a:extLst>
          </p:cNvPr>
          <p:cNvSpPr>
            <a:spLocks noGrp="1"/>
          </p:cNvSpPr>
          <p:nvPr>
            <p:ph type="title"/>
          </p:nvPr>
        </p:nvSpPr>
        <p:spPr/>
        <p:txBody>
          <a:bodyPr>
            <a:normAutofit/>
          </a:bodyPr>
          <a:lstStyle/>
          <a:p>
            <a:r>
              <a:rPr lang="en-GB" dirty="0"/>
              <a:t>Housekeeping</a:t>
            </a:r>
          </a:p>
        </p:txBody>
      </p:sp>
      <p:pic>
        <p:nvPicPr>
          <p:cNvPr id="1026" name="Picture 2" descr="University of Birmingham Logo PNG Vector (EPS) Free Download">
            <a:extLst>
              <a:ext uri="{FF2B5EF4-FFF2-40B4-BE49-F238E27FC236}">
                <a16:creationId xmlns:a16="http://schemas.microsoft.com/office/drawing/2014/main" id="{F88D8CC8-6D75-3CA1-3B05-F532DE89AD9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533" b="38889"/>
          <a:stretch>
            <a:fillRect/>
          </a:stretch>
        </p:blipFill>
        <p:spPr bwMode="auto">
          <a:xfrm>
            <a:off x="9702800" y="6161944"/>
            <a:ext cx="2407920" cy="543655"/>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277E7828-60D5-778F-55CD-7A34DF813495}"/>
              </a:ext>
            </a:extLst>
          </p:cNvPr>
          <p:cNvSpPr>
            <a:spLocks noGrp="1"/>
          </p:cNvSpPr>
          <p:nvPr>
            <p:ph idx="1"/>
          </p:nvPr>
        </p:nvSpPr>
        <p:spPr>
          <a:xfrm>
            <a:off x="609600" y="1412776"/>
            <a:ext cx="10677525" cy="4525387"/>
          </a:xfrm>
        </p:spPr>
        <p:txBody>
          <a:bodyPr>
            <a:normAutofit/>
          </a:bodyPr>
          <a:lstStyle/>
          <a:p>
            <a:r>
              <a:rPr lang="en-GB" sz="2000" dirty="0"/>
              <a:t>No fire drills planned for today</a:t>
            </a:r>
          </a:p>
          <a:p>
            <a:endParaRPr lang="en-GB" sz="2000" dirty="0"/>
          </a:p>
          <a:p>
            <a:r>
              <a:rPr lang="en-GB" sz="2000" dirty="0"/>
              <a:t>If the fire alarm does go off, head down the main stairs and out the door you came in from</a:t>
            </a:r>
          </a:p>
          <a:p>
            <a:endParaRPr lang="en-GB" sz="2000" dirty="0"/>
          </a:p>
          <a:p>
            <a:r>
              <a:rPr lang="en-GB" sz="2000" dirty="0"/>
              <a:t>Full-room discussions will be recorded and transcribed. For transparency, the transcriptions will be made publicly available in an anonymised format.</a:t>
            </a:r>
          </a:p>
          <a:p>
            <a:endParaRPr lang="en-GB" sz="2000" dirty="0"/>
          </a:p>
          <a:p>
            <a:r>
              <a:rPr lang="en-GB" sz="2000" dirty="0"/>
              <a:t>Smaller group discussions will not be recorded.</a:t>
            </a:r>
          </a:p>
          <a:p>
            <a:endParaRPr lang="en-GB" sz="2000" dirty="0"/>
          </a:p>
          <a:p>
            <a:r>
              <a:rPr lang="en-GB" sz="2000" dirty="0"/>
              <a:t>All transcriptions, code, models, and publicly available data will made available on the project’s GitHub repository </a:t>
            </a:r>
            <a:r>
              <a:rPr lang="en-GB" sz="2000" dirty="0">
                <a:hlinkClick r:id="rId3"/>
              </a:rPr>
              <a:t>David-Ellis/Measles-System-Dynamics-BSol</a:t>
            </a:r>
            <a:endParaRPr lang="en-GB" sz="2000" dirty="0"/>
          </a:p>
          <a:p>
            <a:endParaRPr lang="en-GB" sz="2000" dirty="0"/>
          </a:p>
          <a:p>
            <a:endParaRPr lang="en-GB" sz="2000" dirty="0"/>
          </a:p>
        </p:txBody>
      </p:sp>
    </p:spTree>
    <p:extLst>
      <p:ext uri="{BB962C8B-B14F-4D97-AF65-F5344CB8AC3E}">
        <p14:creationId xmlns:p14="http://schemas.microsoft.com/office/powerpoint/2010/main" val="3377412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E58F6-36BE-A1C0-B492-82CADBEC04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D9FA69-CD7E-14DE-DD07-00665F8DF553}"/>
              </a:ext>
            </a:extLst>
          </p:cNvPr>
          <p:cNvSpPr>
            <a:spLocks noGrp="1"/>
          </p:cNvSpPr>
          <p:nvPr>
            <p:ph type="title"/>
          </p:nvPr>
        </p:nvSpPr>
        <p:spPr/>
        <p:txBody>
          <a:bodyPr>
            <a:normAutofit/>
          </a:bodyPr>
          <a:lstStyle/>
          <a:p>
            <a:r>
              <a:rPr lang="en-GB" dirty="0"/>
              <a:t>Background (1)</a:t>
            </a:r>
          </a:p>
        </p:txBody>
      </p:sp>
      <p:pic>
        <p:nvPicPr>
          <p:cNvPr id="1026" name="Picture 2" descr="University of Birmingham Logo PNG Vector (EPS) Free Download">
            <a:extLst>
              <a:ext uri="{FF2B5EF4-FFF2-40B4-BE49-F238E27FC236}">
                <a16:creationId xmlns:a16="http://schemas.microsoft.com/office/drawing/2014/main" id="{CD685468-5F3D-5554-DCC8-649BFC9EBDC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533" b="38889"/>
          <a:stretch>
            <a:fillRect/>
          </a:stretch>
        </p:blipFill>
        <p:spPr bwMode="auto">
          <a:xfrm>
            <a:off x="9702800" y="6161944"/>
            <a:ext cx="2407920" cy="543655"/>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2">
            <a:extLst>
              <a:ext uri="{FF2B5EF4-FFF2-40B4-BE49-F238E27FC236}">
                <a16:creationId xmlns:a16="http://schemas.microsoft.com/office/drawing/2014/main" id="{2C31592F-97F0-66F1-F260-71CD23768AB5}"/>
              </a:ext>
            </a:extLst>
          </p:cNvPr>
          <p:cNvSpPr>
            <a:spLocks noGrp="1"/>
          </p:cNvSpPr>
          <p:nvPr>
            <p:ph idx="1"/>
          </p:nvPr>
        </p:nvSpPr>
        <p:spPr>
          <a:xfrm>
            <a:off x="609600" y="1412776"/>
            <a:ext cx="6053847" cy="4525387"/>
          </a:xfrm>
        </p:spPr>
        <p:txBody>
          <a:bodyPr>
            <a:normAutofit/>
          </a:bodyPr>
          <a:lstStyle/>
          <a:p>
            <a:r>
              <a:rPr lang="en-GB" sz="2000" dirty="0"/>
              <a:t>Having “eliminated” measles in the UK in 2016, regular outbreaks are becoming the new normal.</a:t>
            </a:r>
          </a:p>
          <a:p>
            <a:endParaRPr lang="en-GB" sz="2000" dirty="0"/>
          </a:p>
          <a:p>
            <a:r>
              <a:rPr lang="en-GB" sz="2000" dirty="0"/>
              <a:t>This is happening in the context of falling MMR vaccination coverage, particularly in Birmingham &amp; Solihull</a:t>
            </a:r>
          </a:p>
          <a:p>
            <a:endParaRPr lang="en-GB" sz="2000" dirty="0"/>
          </a:p>
          <a:p>
            <a:r>
              <a:rPr lang="en-GB" sz="2000" dirty="0"/>
              <a:t>The reasons for this reduction are multifaceted and correlates strongly with ethnicity and socioeconomic factors </a:t>
            </a:r>
          </a:p>
        </p:txBody>
      </p:sp>
      <p:grpSp>
        <p:nvGrpSpPr>
          <p:cNvPr id="13" name="Group 12">
            <a:extLst>
              <a:ext uri="{FF2B5EF4-FFF2-40B4-BE49-F238E27FC236}">
                <a16:creationId xmlns:a16="http://schemas.microsoft.com/office/drawing/2014/main" id="{AC61AD66-24B6-A4A2-6C65-D9BA1547951C}"/>
              </a:ext>
            </a:extLst>
          </p:cNvPr>
          <p:cNvGrpSpPr>
            <a:grpSpLocks noChangeAspect="1"/>
          </p:cNvGrpSpPr>
          <p:nvPr/>
        </p:nvGrpSpPr>
        <p:grpSpPr>
          <a:xfrm>
            <a:off x="6562928" y="1125224"/>
            <a:ext cx="5400001" cy="4320000"/>
            <a:chOff x="7010400" y="1412776"/>
            <a:chExt cx="4572000" cy="3657599"/>
          </a:xfrm>
        </p:grpSpPr>
        <p:grpSp>
          <p:nvGrpSpPr>
            <p:cNvPr id="12" name="Group 11">
              <a:extLst>
                <a:ext uri="{FF2B5EF4-FFF2-40B4-BE49-F238E27FC236}">
                  <a16:creationId xmlns:a16="http://schemas.microsoft.com/office/drawing/2014/main" id="{06B847FB-B008-DE71-DCC6-BFAF317619AF}"/>
                </a:ext>
              </a:extLst>
            </p:cNvPr>
            <p:cNvGrpSpPr/>
            <p:nvPr/>
          </p:nvGrpSpPr>
          <p:grpSpPr>
            <a:xfrm>
              <a:off x="7010400" y="1412776"/>
              <a:ext cx="4572000" cy="2208287"/>
              <a:chOff x="7010400" y="1583268"/>
              <a:chExt cx="4572000" cy="2208287"/>
            </a:xfrm>
          </p:grpSpPr>
          <p:pic>
            <p:nvPicPr>
              <p:cNvPr id="8" name="Graphic 7">
                <a:extLst>
                  <a:ext uri="{FF2B5EF4-FFF2-40B4-BE49-F238E27FC236}">
                    <a16:creationId xmlns:a16="http://schemas.microsoft.com/office/drawing/2014/main" id="{90E780A3-9251-B030-E2F0-C0F804A02267}"/>
                  </a:ext>
                </a:extLst>
              </p:cNvPr>
              <p:cNvPicPr>
                <a:picLocks noChangeAspect="1"/>
              </p:cNvPicPr>
              <p:nvPr/>
            </p:nvPicPr>
            <p:blipFill>
              <a:blip r:embed="rId3">
                <a:extLst>
                  <a:ext uri="{96DAC541-7B7A-43D3-8B79-37D633B846F1}">
                    <asvg:svgBlip xmlns:asvg="http://schemas.microsoft.com/office/drawing/2016/SVG/main" r:embed="rId4"/>
                  </a:ext>
                </a:extLst>
              </a:blip>
              <a:srcRect b="49537"/>
              <a:stretch>
                <a:fillRect/>
              </a:stretch>
            </p:blipFill>
            <p:spPr>
              <a:xfrm>
                <a:off x="7010400" y="1583268"/>
                <a:ext cx="4572000" cy="1845733"/>
              </a:xfrm>
              <a:prstGeom prst="rect">
                <a:avLst/>
              </a:prstGeom>
            </p:spPr>
          </p:pic>
          <p:pic>
            <p:nvPicPr>
              <p:cNvPr id="11" name="Graphic 10">
                <a:extLst>
                  <a:ext uri="{FF2B5EF4-FFF2-40B4-BE49-F238E27FC236}">
                    <a16:creationId xmlns:a16="http://schemas.microsoft.com/office/drawing/2014/main" id="{310AC276-3A69-E927-417E-7DC46AF7CD4D}"/>
                  </a:ext>
                </a:extLst>
              </p:cNvPr>
              <p:cNvPicPr>
                <a:picLocks noChangeAspect="1"/>
              </p:cNvPicPr>
              <p:nvPr/>
            </p:nvPicPr>
            <p:blipFill>
              <a:blip r:embed="rId3">
                <a:extLst>
                  <a:ext uri="{96DAC541-7B7A-43D3-8B79-37D633B846F1}">
                    <asvg:svgBlip xmlns:asvg="http://schemas.microsoft.com/office/drawing/2016/SVG/main" r:embed="rId4"/>
                  </a:ext>
                </a:extLst>
              </a:blip>
              <a:srcRect t="89394"/>
              <a:stretch>
                <a:fillRect/>
              </a:stretch>
            </p:blipFill>
            <p:spPr>
              <a:xfrm>
                <a:off x="7010400" y="3403603"/>
                <a:ext cx="4572000" cy="387952"/>
              </a:xfrm>
              <a:prstGeom prst="rect">
                <a:avLst/>
              </a:prstGeom>
            </p:spPr>
          </p:pic>
        </p:grpSp>
        <p:pic>
          <p:nvPicPr>
            <p:cNvPr id="4" name="Graphic 3">
              <a:extLst>
                <a:ext uri="{FF2B5EF4-FFF2-40B4-BE49-F238E27FC236}">
                  <a16:creationId xmlns:a16="http://schemas.microsoft.com/office/drawing/2014/main" id="{0995A68A-9E78-EF5F-0D35-C5853429367B}"/>
                </a:ext>
              </a:extLst>
            </p:cNvPr>
            <p:cNvPicPr>
              <a:picLocks noChangeAspect="1"/>
            </p:cNvPicPr>
            <p:nvPr/>
          </p:nvPicPr>
          <p:blipFill>
            <a:blip r:embed="rId3">
              <a:extLst>
                <a:ext uri="{96DAC541-7B7A-43D3-8B79-37D633B846F1}">
                  <asvg:svgBlip xmlns:asvg="http://schemas.microsoft.com/office/drawing/2016/SVG/main" r:embed="rId4"/>
                </a:ext>
              </a:extLst>
            </a:blip>
            <a:srcRect t="50463"/>
            <a:stretch>
              <a:fillRect/>
            </a:stretch>
          </p:blipFill>
          <p:spPr>
            <a:xfrm>
              <a:off x="7010400" y="3258508"/>
              <a:ext cx="4572000" cy="1811867"/>
            </a:xfrm>
            <a:prstGeom prst="rect">
              <a:avLst/>
            </a:prstGeom>
          </p:spPr>
        </p:pic>
      </p:grpSp>
      <p:sp>
        <p:nvSpPr>
          <p:cNvPr id="5" name="TextBox 4">
            <a:extLst>
              <a:ext uri="{FF2B5EF4-FFF2-40B4-BE49-F238E27FC236}">
                <a16:creationId xmlns:a16="http://schemas.microsoft.com/office/drawing/2014/main" id="{FF0DA5D4-6315-C749-EE29-45DFE784F021}"/>
              </a:ext>
            </a:extLst>
          </p:cNvPr>
          <p:cNvSpPr txBox="1"/>
          <p:nvPr/>
        </p:nvSpPr>
        <p:spPr>
          <a:xfrm>
            <a:off x="8914929" y="5714164"/>
            <a:ext cx="3277071" cy="338554"/>
          </a:xfrm>
          <a:prstGeom prst="rect">
            <a:avLst/>
          </a:prstGeom>
          <a:noFill/>
        </p:spPr>
        <p:txBody>
          <a:bodyPr wrap="square">
            <a:spAutoFit/>
          </a:bodyPr>
          <a:lstStyle/>
          <a:p>
            <a:r>
              <a:rPr lang="en-GB" sz="1600" b="0" i="0" u="none" strike="noStrike" baseline="0" dirty="0">
                <a:latin typeface="NimbusSanL-Regu"/>
              </a:rPr>
              <a:t>Data from UK Health Security Agency</a:t>
            </a:r>
            <a:endParaRPr lang="en-GB" dirty="0"/>
          </a:p>
        </p:txBody>
      </p:sp>
    </p:spTree>
    <p:extLst>
      <p:ext uri="{BB962C8B-B14F-4D97-AF65-F5344CB8AC3E}">
        <p14:creationId xmlns:p14="http://schemas.microsoft.com/office/powerpoint/2010/main" val="268475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90214FD7-308A-9078-AEF7-9DB53BE51D90}"/>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6293796" y="1721173"/>
            <a:ext cx="5898204" cy="3629664"/>
          </a:xfrm>
          <a:prstGeom prst="rect">
            <a:avLst/>
          </a:prstGeom>
        </p:spPr>
      </p:pic>
      <p:sp>
        <p:nvSpPr>
          <p:cNvPr id="4" name="Title 1">
            <a:extLst>
              <a:ext uri="{FF2B5EF4-FFF2-40B4-BE49-F238E27FC236}">
                <a16:creationId xmlns:a16="http://schemas.microsoft.com/office/drawing/2014/main" id="{4F1DC484-A7A9-EADE-8E1F-EB70D6AF4BA9}"/>
              </a:ext>
            </a:extLst>
          </p:cNvPr>
          <p:cNvSpPr>
            <a:spLocks noGrp="1"/>
          </p:cNvSpPr>
          <p:nvPr>
            <p:ph type="title"/>
          </p:nvPr>
        </p:nvSpPr>
        <p:spPr>
          <a:xfrm>
            <a:off x="609600" y="274637"/>
            <a:ext cx="10972800" cy="994123"/>
          </a:xfrm>
        </p:spPr>
        <p:txBody>
          <a:bodyPr>
            <a:normAutofit/>
          </a:bodyPr>
          <a:lstStyle/>
          <a:p>
            <a:r>
              <a:rPr lang="en-GB" dirty="0"/>
              <a:t>Background (2)</a:t>
            </a:r>
          </a:p>
        </p:txBody>
      </p:sp>
      <p:pic>
        <p:nvPicPr>
          <p:cNvPr id="5" name="Picture 2" descr="University of Birmingham Logo PNG Vector (EPS) Free Download">
            <a:extLst>
              <a:ext uri="{FF2B5EF4-FFF2-40B4-BE49-F238E27FC236}">
                <a16:creationId xmlns:a16="http://schemas.microsoft.com/office/drawing/2014/main" id="{44FDD329-3D9E-AB51-9E1A-9CEA16547B8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8533" b="38889"/>
          <a:stretch>
            <a:fillRect/>
          </a:stretch>
        </p:blipFill>
        <p:spPr bwMode="auto">
          <a:xfrm>
            <a:off x="9702800" y="6161944"/>
            <a:ext cx="2407920" cy="543655"/>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a:extLst>
              <a:ext uri="{FF2B5EF4-FFF2-40B4-BE49-F238E27FC236}">
                <a16:creationId xmlns:a16="http://schemas.microsoft.com/office/drawing/2014/main" id="{19924BD5-11F0-A509-C9E4-144DD7B8A437}"/>
              </a:ext>
            </a:extLst>
          </p:cNvPr>
          <p:cNvSpPr txBox="1">
            <a:spLocks/>
          </p:cNvSpPr>
          <p:nvPr/>
        </p:nvSpPr>
        <p:spPr>
          <a:xfrm>
            <a:off x="609601" y="1412776"/>
            <a:ext cx="5684196" cy="4525387"/>
          </a:xfrm>
          <a:prstGeom prst="rect">
            <a:avLst/>
          </a:prstGeom>
        </p:spPr>
        <p:txBody>
          <a:bodyPr vert="horz" lIns="77925" tIns="38963" rIns="77925" bIns="38963" rtlCol="0">
            <a:normAutofit/>
          </a:bodyPr>
          <a:lstStyle>
            <a:lvl1pPr marL="389616" indent="-389616" algn="l" defTabSz="1038977" rtl="0" eaLnBrk="1" latinLnBrk="0" hangingPunct="1">
              <a:spcBef>
                <a:spcPct val="20000"/>
              </a:spcBef>
              <a:buFont typeface="Wingdings" pitchFamily="2" charset="2"/>
              <a:buChar char="§"/>
              <a:defRPr sz="2667" kern="1200">
                <a:solidFill>
                  <a:schemeClr val="tx1"/>
                </a:solidFill>
                <a:latin typeface="Arial Nova" pitchFamily="34" charset="0"/>
                <a:ea typeface="+mn-ea"/>
                <a:cs typeface="+mn-cs"/>
              </a:defRPr>
            </a:lvl1pPr>
            <a:lvl2pPr marL="844168" indent="-324680" algn="l" defTabSz="1038977" rtl="0" eaLnBrk="1" latinLnBrk="0" hangingPunct="1">
              <a:spcBef>
                <a:spcPct val="20000"/>
              </a:spcBef>
              <a:buFont typeface="Arial" pitchFamily="34" charset="0"/>
              <a:buChar char="•"/>
              <a:defRPr sz="2267" kern="1200">
                <a:solidFill>
                  <a:schemeClr val="tx1"/>
                </a:solidFill>
                <a:latin typeface="Arial Nova Light" pitchFamily="34" charset="0"/>
                <a:ea typeface="+mn-ea"/>
                <a:cs typeface="Arial Nova Light" pitchFamily="34" charset="0"/>
              </a:defRPr>
            </a:lvl2pPr>
            <a:lvl3pPr marL="1298721" indent="-259744" algn="l" defTabSz="1038977" rtl="0" eaLnBrk="1" latinLnBrk="0" hangingPunct="1">
              <a:spcBef>
                <a:spcPct val="20000"/>
              </a:spcBef>
              <a:buFont typeface="Arial Nova Light" pitchFamily="34" charset="0"/>
              <a:buChar char="–"/>
              <a:defRPr sz="2000" kern="1200">
                <a:solidFill>
                  <a:schemeClr val="tx1"/>
                </a:solidFill>
                <a:latin typeface="Arial Nova Light" pitchFamily="34" charset="0"/>
                <a:ea typeface="+mn-ea"/>
                <a:cs typeface="Arial Nova Light" pitchFamily="34" charset="0"/>
              </a:defRPr>
            </a:lvl3pPr>
            <a:lvl4pPr marL="1818208" indent="-259744" algn="l" defTabSz="1038977" rtl="0" eaLnBrk="1" latinLnBrk="0" hangingPunct="1">
              <a:spcBef>
                <a:spcPct val="20000"/>
              </a:spcBef>
              <a:buFont typeface="Arial" pitchFamily="34" charset="0"/>
              <a:buChar char="–"/>
              <a:defRPr sz="1867" kern="1200">
                <a:solidFill>
                  <a:schemeClr val="tx1"/>
                </a:solidFill>
                <a:latin typeface="Arial Nova Light" pitchFamily="34" charset="0"/>
                <a:ea typeface="+mn-ea"/>
                <a:cs typeface="Arial Nova Light" pitchFamily="34" charset="0"/>
              </a:defRPr>
            </a:lvl4pPr>
            <a:lvl5pPr marL="2337696" indent="-259744" algn="l" defTabSz="1038977" rtl="0" eaLnBrk="1" latinLnBrk="0" hangingPunct="1">
              <a:spcBef>
                <a:spcPct val="20000"/>
              </a:spcBef>
              <a:buFont typeface="Arial" pitchFamily="34" charset="0"/>
              <a:buChar char="»"/>
              <a:defRPr sz="1867" kern="1200">
                <a:solidFill>
                  <a:schemeClr val="tx1"/>
                </a:solidFill>
                <a:latin typeface="Arial Nova Light" pitchFamily="34" charset="0"/>
                <a:ea typeface="+mn-ea"/>
                <a:cs typeface="Arial Nova Light" pitchFamily="34" charset="0"/>
              </a:defRPr>
            </a:lvl5pPr>
            <a:lvl6pPr marL="2857185"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6pPr>
            <a:lvl7pPr marL="3376673"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7pPr>
            <a:lvl8pPr marL="3896161"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8pPr>
            <a:lvl9pPr marL="4415650"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9pPr>
          </a:lstStyle>
          <a:p>
            <a:r>
              <a:rPr lang="en-GB" sz="2000" dirty="0"/>
              <a:t>All ethnic groups other than Chinese, Indian, and White Irish have significantly lower MMR coverage than the White British population</a:t>
            </a:r>
          </a:p>
          <a:p>
            <a:endParaRPr lang="en-GB" sz="2000" dirty="0"/>
          </a:p>
          <a:p>
            <a:r>
              <a:rPr lang="en-GB" sz="2000" dirty="0"/>
              <a:t>During the Birmingham outbreak from Oct 2023 to April 2024 the infection rate for Black African residents was eight times greater than the White British population</a:t>
            </a:r>
          </a:p>
          <a:p>
            <a:endParaRPr lang="en-GB" sz="2000" dirty="0"/>
          </a:p>
          <a:p>
            <a:endParaRPr lang="en-GB" sz="2000" dirty="0"/>
          </a:p>
        </p:txBody>
      </p:sp>
      <p:sp>
        <p:nvSpPr>
          <p:cNvPr id="2" name="TextBox 1">
            <a:extLst>
              <a:ext uri="{FF2B5EF4-FFF2-40B4-BE49-F238E27FC236}">
                <a16:creationId xmlns:a16="http://schemas.microsoft.com/office/drawing/2014/main" id="{5DC0409E-0B3D-4580-33D1-B73442CAF835}"/>
              </a:ext>
            </a:extLst>
          </p:cNvPr>
          <p:cNvSpPr txBox="1"/>
          <p:nvPr/>
        </p:nvSpPr>
        <p:spPr>
          <a:xfrm>
            <a:off x="8365067" y="5714164"/>
            <a:ext cx="3826934" cy="338554"/>
          </a:xfrm>
          <a:prstGeom prst="rect">
            <a:avLst/>
          </a:prstGeom>
          <a:noFill/>
        </p:spPr>
        <p:txBody>
          <a:bodyPr wrap="square">
            <a:spAutoFit/>
          </a:bodyPr>
          <a:lstStyle/>
          <a:p>
            <a:r>
              <a:rPr lang="en-GB" sz="1600" b="0" i="0" u="none" strike="noStrike" baseline="0" dirty="0">
                <a:latin typeface="NimbusSanL-Regu"/>
              </a:rPr>
              <a:t>Data from the NHS Federated Data Platform</a:t>
            </a:r>
            <a:endParaRPr lang="en-GB" dirty="0"/>
          </a:p>
        </p:txBody>
      </p:sp>
    </p:spTree>
    <p:extLst>
      <p:ext uri="{BB962C8B-B14F-4D97-AF65-F5344CB8AC3E}">
        <p14:creationId xmlns:p14="http://schemas.microsoft.com/office/powerpoint/2010/main" val="511578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AA1C7-15E1-3CAB-05E0-524AC47D0E4B}"/>
              </a:ext>
            </a:extLst>
          </p:cNvPr>
          <p:cNvSpPr>
            <a:spLocks noGrp="1"/>
          </p:cNvSpPr>
          <p:nvPr>
            <p:ph type="title"/>
          </p:nvPr>
        </p:nvSpPr>
        <p:spPr/>
        <p:txBody>
          <a:bodyPr/>
          <a:lstStyle/>
          <a:p>
            <a:r>
              <a:rPr lang="en-GB" dirty="0"/>
              <a:t>Project Overview</a:t>
            </a:r>
          </a:p>
        </p:txBody>
      </p:sp>
      <p:sp>
        <p:nvSpPr>
          <p:cNvPr id="4" name="TextBox 3">
            <a:extLst>
              <a:ext uri="{FF2B5EF4-FFF2-40B4-BE49-F238E27FC236}">
                <a16:creationId xmlns:a16="http://schemas.microsoft.com/office/drawing/2014/main" id="{E79DDACE-5AC8-981D-CD14-BD36F55ABA00}"/>
              </a:ext>
            </a:extLst>
          </p:cNvPr>
          <p:cNvSpPr txBox="1"/>
          <p:nvPr/>
        </p:nvSpPr>
        <p:spPr>
          <a:xfrm>
            <a:off x="1445328" y="1503721"/>
            <a:ext cx="9301343" cy="923330"/>
          </a:xfrm>
          <a:prstGeom prst="rect">
            <a:avLst/>
          </a:prstGeom>
          <a:solidFill>
            <a:schemeClr val="bg1"/>
          </a:solidFill>
          <a:ln w="38100">
            <a:solidFill>
              <a:srgbClr val="BF352D"/>
            </a:solidFill>
          </a:ln>
        </p:spPr>
        <p:txBody>
          <a:bodyPr wrap="square" rtlCol="0">
            <a:spAutoFit/>
          </a:bodyPr>
          <a:lstStyle/>
          <a:p>
            <a:pPr algn="just"/>
            <a:r>
              <a:rPr lang="en-GB" sz="1800" dirty="0"/>
              <a:t>How can a </a:t>
            </a:r>
            <a:r>
              <a:rPr lang="en-GB" sz="1800" b="1" dirty="0"/>
              <a:t>decision support model</a:t>
            </a:r>
            <a:r>
              <a:rPr lang="en-GB" sz="1800" dirty="0"/>
              <a:t> be used to facilitate the development of </a:t>
            </a:r>
            <a:r>
              <a:rPr lang="en-GB" sz="1800" b="1" dirty="0"/>
              <a:t>interventions</a:t>
            </a:r>
            <a:r>
              <a:rPr lang="en-GB" sz="1800" dirty="0"/>
              <a:t> to </a:t>
            </a:r>
            <a:r>
              <a:rPr lang="en-GB" sz="1800" b="1" dirty="0"/>
              <a:t>increase measles vaccination rates </a:t>
            </a:r>
            <a:r>
              <a:rPr lang="en-GB" sz="1800" dirty="0"/>
              <a:t>and </a:t>
            </a:r>
            <a:r>
              <a:rPr lang="en-GB" sz="1800" b="1" dirty="0"/>
              <a:t>reduce negative outcomes</a:t>
            </a:r>
            <a:r>
              <a:rPr lang="en-GB" sz="1800" dirty="0"/>
              <a:t>, particularly amongst </a:t>
            </a:r>
            <a:r>
              <a:rPr lang="en-GB" sz="1800" b="1" dirty="0"/>
              <a:t>lower-uptake ethnic groups</a:t>
            </a:r>
            <a:r>
              <a:rPr lang="en-GB" sz="1800" dirty="0"/>
              <a:t>?</a:t>
            </a:r>
          </a:p>
        </p:txBody>
      </p:sp>
      <p:sp>
        <p:nvSpPr>
          <p:cNvPr id="6" name="TextBox 5">
            <a:extLst>
              <a:ext uri="{FF2B5EF4-FFF2-40B4-BE49-F238E27FC236}">
                <a16:creationId xmlns:a16="http://schemas.microsoft.com/office/drawing/2014/main" id="{C3163B6E-A5B3-8399-02B2-35AD6784A7E8}"/>
              </a:ext>
            </a:extLst>
          </p:cNvPr>
          <p:cNvSpPr txBox="1"/>
          <p:nvPr/>
        </p:nvSpPr>
        <p:spPr>
          <a:xfrm>
            <a:off x="1445328" y="2754284"/>
            <a:ext cx="9301343" cy="3139321"/>
          </a:xfrm>
          <a:prstGeom prst="rect">
            <a:avLst/>
          </a:prstGeom>
          <a:noFill/>
        </p:spPr>
        <p:txBody>
          <a:bodyPr wrap="square">
            <a:spAutoFit/>
          </a:bodyPr>
          <a:lstStyle/>
          <a:p>
            <a:pPr algn="l"/>
            <a:r>
              <a:rPr lang="en-GB" sz="1800" b="0" i="0" u="none" strike="noStrike" baseline="0" dirty="0">
                <a:latin typeface="+mj-lt"/>
              </a:rPr>
              <a:t>The research aims are as follows:</a:t>
            </a:r>
            <a:br>
              <a:rPr lang="en-GB" sz="1800" b="0" i="0" u="none" strike="noStrike" baseline="0" dirty="0">
                <a:latin typeface="+mj-lt"/>
              </a:rPr>
            </a:br>
            <a:endParaRPr lang="en-GB" sz="1800" b="0" i="0" u="none" strike="noStrike" baseline="0" dirty="0">
              <a:latin typeface="+mj-lt"/>
            </a:endParaRPr>
          </a:p>
          <a:p>
            <a:pPr marL="285750" indent="-285750" algn="l">
              <a:buFont typeface="Arial" panose="020B0604020202020204" pitchFamily="34" charset="0"/>
              <a:buChar char="•"/>
            </a:pPr>
            <a:r>
              <a:rPr lang="en-GB" sz="1800" b="0" i="0" u="none" strike="noStrike" baseline="0" dirty="0">
                <a:latin typeface="+mj-lt"/>
              </a:rPr>
              <a:t>Conduct a </a:t>
            </a:r>
            <a:r>
              <a:rPr lang="en-GB" sz="1800" b="1" i="0" u="none" strike="noStrike" baseline="0" dirty="0">
                <a:latin typeface="+mj-lt"/>
              </a:rPr>
              <a:t>participatory modelling workshop </a:t>
            </a:r>
            <a:r>
              <a:rPr lang="en-GB" sz="1800" b="0" i="0" u="none" strike="noStrike" baseline="0" dirty="0">
                <a:latin typeface="+mj-lt"/>
              </a:rPr>
              <a:t>with expert stakeholders to design a theoretical model for measles vaccinations and outcomes in Birmingham and Solihull, and to </a:t>
            </a:r>
            <a:r>
              <a:rPr lang="en-GB" sz="1800" b="1" i="0" u="none" strike="noStrike" baseline="0" dirty="0">
                <a:latin typeface="+mj-lt"/>
              </a:rPr>
              <a:t>identify and prioritise key interventions to be modelled</a:t>
            </a:r>
            <a:r>
              <a:rPr lang="en-GB" sz="1800" b="0" i="0" u="none" strike="noStrike" baseline="0" dirty="0">
                <a:latin typeface="+mj-lt"/>
              </a:rPr>
              <a:t>,</a:t>
            </a:r>
            <a:br>
              <a:rPr lang="en-GB" sz="1800" b="0" i="0" u="none" strike="noStrike" baseline="0" dirty="0">
                <a:latin typeface="+mj-lt"/>
              </a:rPr>
            </a:br>
            <a:endParaRPr lang="en-GB" sz="1800" b="0" i="0" u="none" strike="noStrike" baseline="0" dirty="0">
              <a:latin typeface="+mj-lt"/>
            </a:endParaRPr>
          </a:p>
          <a:p>
            <a:pPr marL="285750" indent="-285750" algn="l">
              <a:buFont typeface="Arial" panose="020B0604020202020204" pitchFamily="34" charset="0"/>
              <a:buChar char="•"/>
            </a:pPr>
            <a:r>
              <a:rPr lang="en-GB" sz="1800" b="0" i="0" u="none" strike="noStrike" baseline="0" dirty="0">
                <a:latin typeface="+mj-lt"/>
              </a:rPr>
              <a:t>Develop a </a:t>
            </a:r>
            <a:r>
              <a:rPr lang="en-GB" sz="1800" b="1" i="0" u="none" strike="noStrike" baseline="0" dirty="0">
                <a:latin typeface="+mj-lt"/>
              </a:rPr>
              <a:t>computational model </a:t>
            </a:r>
            <a:r>
              <a:rPr lang="en-GB" sz="1800" b="0" i="0" u="none" strike="noStrike" baseline="0" dirty="0">
                <a:latin typeface="+mj-lt"/>
              </a:rPr>
              <a:t>calibrated using historical vaccination, notification, and hospitalisation</a:t>
            </a:r>
            <a:r>
              <a:rPr lang="en-GB" sz="1800" dirty="0">
                <a:latin typeface="+mj-lt"/>
              </a:rPr>
              <a:t> </a:t>
            </a:r>
            <a:r>
              <a:rPr lang="en-GB" sz="1800" b="0" i="0" u="none" strike="noStrike" baseline="0" dirty="0">
                <a:latin typeface="+mj-lt"/>
              </a:rPr>
              <a:t>data,</a:t>
            </a:r>
            <a:br>
              <a:rPr lang="en-GB" sz="1800" b="0" i="0" u="none" strike="noStrike" baseline="0" dirty="0">
                <a:latin typeface="+mj-lt"/>
              </a:rPr>
            </a:br>
            <a:endParaRPr lang="en-GB" sz="1800" b="0" i="0" u="none" strike="noStrike" baseline="0" dirty="0">
              <a:latin typeface="+mj-lt"/>
            </a:endParaRPr>
          </a:p>
          <a:p>
            <a:pPr marL="285750" indent="-285750" algn="l">
              <a:buFont typeface="Arial" panose="020B0604020202020204" pitchFamily="34" charset="0"/>
              <a:buChar char="•"/>
            </a:pPr>
            <a:r>
              <a:rPr lang="en-GB" sz="1800" b="1" i="0" u="none" strike="noStrike" baseline="0" dirty="0">
                <a:latin typeface="+mj-lt"/>
              </a:rPr>
              <a:t>Integrate most highly prioritised interventions </a:t>
            </a:r>
            <a:r>
              <a:rPr lang="en-GB" sz="1800" b="0" i="0" u="none" strike="noStrike" baseline="0" dirty="0">
                <a:latin typeface="+mj-lt"/>
              </a:rPr>
              <a:t>to </a:t>
            </a:r>
            <a:r>
              <a:rPr lang="en-GB" sz="1800" b="1" i="0" u="none" strike="noStrike" baseline="0" dirty="0">
                <a:latin typeface="+mj-lt"/>
              </a:rPr>
              <a:t>simulate the expected impact </a:t>
            </a:r>
            <a:r>
              <a:rPr lang="en-GB" sz="1800" b="0" i="0" u="none" strike="noStrike" baseline="0" dirty="0">
                <a:latin typeface="+mj-lt"/>
              </a:rPr>
              <a:t>on the modelled behavioural science factors, vaccination rates, and health outcomes.</a:t>
            </a:r>
            <a:endParaRPr lang="en-GB" sz="1600" dirty="0">
              <a:latin typeface="+mj-lt"/>
            </a:endParaRPr>
          </a:p>
        </p:txBody>
      </p:sp>
      <p:pic>
        <p:nvPicPr>
          <p:cNvPr id="7" name="Picture 2" descr="University of Birmingham Logo PNG Vector (EPS) Free Download">
            <a:extLst>
              <a:ext uri="{FF2B5EF4-FFF2-40B4-BE49-F238E27FC236}">
                <a16:creationId xmlns:a16="http://schemas.microsoft.com/office/drawing/2014/main" id="{F8E8AC0C-20FA-622A-1D81-AACB42BF164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533" b="38889"/>
          <a:stretch>
            <a:fillRect/>
          </a:stretch>
        </p:blipFill>
        <p:spPr bwMode="auto">
          <a:xfrm>
            <a:off x="9702800" y="6161944"/>
            <a:ext cx="2407920" cy="543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0776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nodeType="afterEffect">
                                  <p:stCondLst>
                                    <p:cond delay="50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500"/>
                                        <p:tgtEl>
                                          <p:spTgt spid="6">
                                            <p:txEl>
                                              <p:pRg st="1" end="1"/>
                                            </p:txEl>
                                          </p:spTgt>
                                        </p:tgtEl>
                                      </p:cBhvr>
                                    </p:animEffect>
                                  </p:childTnLst>
                                </p:cTn>
                              </p:par>
                            </p:childTnLst>
                          </p:cTn>
                        </p:par>
                        <p:par>
                          <p:cTn id="11" fill="hold">
                            <p:stCondLst>
                              <p:cond delay="1000"/>
                            </p:stCondLst>
                            <p:childTnLst>
                              <p:par>
                                <p:cTn id="12" presetID="10" presetClass="entr" presetSubtype="0" fill="hold" nodeType="afterEffect">
                                  <p:stCondLst>
                                    <p:cond delay="500"/>
                                  </p:stCondLst>
                                  <p:childTnLst>
                                    <p:set>
                                      <p:cBhvr>
                                        <p:cTn id="13" dur="1" fill="hold">
                                          <p:stCondLst>
                                            <p:cond delay="0"/>
                                          </p:stCondLst>
                                        </p:cTn>
                                        <p:tgtEl>
                                          <p:spTgt spid="6">
                                            <p:txEl>
                                              <p:pRg st="2" end="2"/>
                                            </p:txEl>
                                          </p:spTgt>
                                        </p:tgtEl>
                                        <p:attrNameLst>
                                          <p:attrName>style.visibility</p:attrName>
                                        </p:attrNameLst>
                                      </p:cBhvr>
                                      <p:to>
                                        <p:strVal val="visible"/>
                                      </p:to>
                                    </p:set>
                                    <p:animEffect transition="in" filter="fade">
                                      <p:cBhvr>
                                        <p:cTn id="14" dur="500"/>
                                        <p:tgtEl>
                                          <p:spTgt spid="6">
                                            <p:txEl>
                                              <p:pRg st="2" end="2"/>
                                            </p:txEl>
                                          </p:spTgt>
                                        </p:tgtEl>
                                      </p:cBhvr>
                                    </p:animEffect>
                                  </p:childTnLst>
                                </p:cTn>
                              </p:par>
                            </p:childTnLst>
                          </p:cTn>
                        </p:par>
                        <p:par>
                          <p:cTn id="15" fill="hold">
                            <p:stCondLst>
                              <p:cond delay="2000"/>
                            </p:stCondLst>
                            <p:childTnLst>
                              <p:par>
                                <p:cTn id="16" presetID="10" presetClass="entr" presetSubtype="0" fill="hold" nodeType="afterEffect">
                                  <p:stCondLst>
                                    <p:cond delay="500"/>
                                  </p:stCondLst>
                                  <p:childTnLst>
                                    <p:set>
                                      <p:cBhvr>
                                        <p:cTn id="17" dur="1" fill="hold">
                                          <p:stCondLst>
                                            <p:cond delay="0"/>
                                          </p:stCondLst>
                                        </p:cTn>
                                        <p:tgtEl>
                                          <p:spTgt spid="6">
                                            <p:txEl>
                                              <p:pRg st="3" end="3"/>
                                            </p:txEl>
                                          </p:spTgt>
                                        </p:tgtEl>
                                        <p:attrNameLst>
                                          <p:attrName>style.visibility</p:attrName>
                                        </p:attrNameLst>
                                      </p:cBhvr>
                                      <p:to>
                                        <p:strVal val="visible"/>
                                      </p:to>
                                    </p:set>
                                    <p:animEffect transition="in" filter="fade">
                                      <p:cBhvr>
                                        <p:cTn id="18"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5D603-19C8-219A-6B56-F25090284410}"/>
            </a:ext>
          </a:extLst>
        </p:cNvPr>
        <p:cNvGrpSpPr/>
        <p:nvPr/>
      </p:nvGrpSpPr>
      <p:grpSpPr>
        <a:xfrm>
          <a:off x="0" y="0"/>
          <a:ext cx="0" cy="0"/>
          <a:chOff x="0" y="0"/>
          <a:chExt cx="0" cy="0"/>
        </a:xfrm>
      </p:grpSpPr>
      <p:pic>
        <p:nvPicPr>
          <p:cNvPr id="5" name="Picture 2" descr="University of Birmingham Logo PNG Vector (EPS) Free Download">
            <a:extLst>
              <a:ext uri="{FF2B5EF4-FFF2-40B4-BE49-F238E27FC236}">
                <a16:creationId xmlns:a16="http://schemas.microsoft.com/office/drawing/2014/main" id="{C679499B-4BD3-EEE3-E122-A3BAF1DD38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533" b="38889"/>
          <a:stretch>
            <a:fillRect/>
          </a:stretch>
        </p:blipFill>
        <p:spPr bwMode="auto">
          <a:xfrm>
            <a:off x="9702800" y="6161944"/>
            <a:ext cx="2407920" cy="54365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6EEB7D83-01A9-931D-1843-EA6F46E6610B}"/>
              </a:ext>
            </a:extLst>
          </p:cNvPr>
          <p:cNvSpPr>
            <a:spLocks noGrp="1"/>
          </p:cNvSpPr>
          <p:nvPr>
            <p:ph type="title"/>
          </p:nvPr>
        </p:nvSpPr>
        <p:spPr>
          <a:xfrm>
            <a:off x="3396000" y="2666297"/>
            <a:ext cx="5400000" cy="994123"/>
          </a:xfrm>
        </p:spPr>
        <p:txBody>
          <a:bodyPr>
            <a:normAutofit/>
          </a:bodyPr>
          <a:lstStyle/>
          <a:p>
            <a:pPr algn="ctr"/>
            <a:r>
              <a:rPr lang="en-GB" dirty="0"/>
              <a:t>Pause for questions </a:t>
            </a:r>
          </a:p>
        </p:txBody>
      </p:sp>
    </p:spTree>
    <p:extLst>
      <p:ext uri="{BB962C8B-B14F-4D97-AF65-F5344CB8AC3E}">
        <p14:creationId xmlns:p14="http://schemas.microsoft.com/office/powerpoint/2010/main" val="2348956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53818-FA6E-F7C8-288C-C8BDD481F427}"/>
            </a:ext>
          </a:extLst>
        </p:cNvPr>
        <p:cNvGrpSpPr/>
        <p:nvPr/>
      </p:nvGrpSpPr>
      <p:grpSpPr>
        <a:xfrm>
          <a:off x="0" y="0"/>
          <a:ext cx="0" cy="0"/>
          <a:chOff x="0" y="0"/>
          <a:chExt cx="0" cy="0"/>
        </a:xfrm>
      </p:grpSpPr>
      <p:pic>
        <p:nvPicPr>
          <p:cNvPr id="7" name="Picture 2" descr="University of Birmingham Logo PNG Vector (EPS) Free Download">
            <a:extLst>
              <a:ext uri="{FF2B5EF4-FFF2-40B4-BE49-F238E27FC236}">
                <a16:creationId xmlns:a16="http://schemas.microsoft.com/office/drawing/2014/main" id="{5BEB1A56-9A12-D2AC-E620-8CF875F4BEE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533" b="38889"/>
          <a:stretch>
            <a:fillRect/>
          </a:stretch>
        </p:blipFill>
        <p:spPr bwMode="auto">
          <a:xfrm>
            <a:off x="2430780" y="322432"/>
            <a:ext cx="2164080" cy="4886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816CF5E-92F3-EABF-3F97-B6EA6A676F56}"/>
              </a:ext>
            </a:extLst>
          </p:cNvPr>
          <p:cNvSpPr>
            <a:spLocks noGrp="1"/>
          </p:cNvSpPr>
          <p:nvPr>
            <p:ph type="ctrTitle"/>
          </p:nvPr>
        </p:nvSpPr>
        <p:spPr/>
        <p:txBody>
          <a:bodyPr/>
          <a:lstStyle/>
          <a:p>
            <a:r>
              <a:rPr lang="en-GB" dirty="0"/>
              <a:t>Local Epidemiology Update</a:t>
            </a:r>
          </a:p>
        </p:txBody>
      </p:sp>
    </p:spTree>
    <p:extLst>
      <p:ext uri="{BB962C8B-B14F-4D97-AF65-F5344CB8AC3E}">
        <p14:creationId xmlns:p14="http://schemas.microsoft.com/office/powerpoint/2010/main" val="515614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911FF-4D56-4ABC-AC80-510EE2B25062}"/>
              </a:ext>
            </a:extLst>
          </p:cNvPr>
          <p:cNvSpPr>
            <a:spLocks noGrp="1"/>
          </p:cNvSpPr>
          <p:nvPr>
            <p:ph type="ctrTitle"/>
          </p:nvPr>
        </p:nvSpPr>
        <p:spPr/>
        <p:txBody>
          <a:bodyPr>
            <a:normAutofit fontScale="90000"/>
          </a:bodyPr>
          <a:lstStyle/>
          <a:p>
            <a:r>
              <a:rPr lang="en-GB" dirty="0"/>
              <a:t>Epidemiology of measles in Birmingham</a:t>
            </a:r>
            <a:br>
              <a:rPr lang="en-GB" dirty="0"/>
            </a:br>
            <a:br>
              <a:rPr lang="en-GB" dirty="0"/>
            </a:br>
            <a:r>
              <a:rPr lang="en-GB" dirty="0"/>
              <a:t>20</a:t>
            </a:r>
            <a:r>
              <a:rPr lang="en-GB" baseline="30000" dirty="0"/>
              <a:t>th</a:t>
            </a:r>
            <a:r>
              <a:rPr lang="en-GB" dirty="0"/>
              <a:t> March 2026</a:t>
            </a:r>
            <a:br>
              <a:rPr lang="en-GB" dirty="0"/>
            </a:br>
            <a:br>
              <a:rPr lang="en-GB" dirty="0"/>
            </a:br>
            <a:r>
              <a:rPr lang="en-GB" dirty="0"/>
              <a:t>Produced by Field Services Midlands</a:t>
            </a:r>
            <a:br>
              <a:rPr lang="en-GB" dirty="0"/>
            </a:br>
            <a:br>
              <a:rPr lang="en-GB" dirty="0"/>
            </a:br>
            <a:r>
              <a:rPr lang="en-GB" dirty="0">
                <a:solidFill>
                  <a:srgbClr val="FFFF00"/>
                </a:solidFill>
              </a:rPr>
              <a:t>Official sensitive: not for sharing</a:t>
            </a:r>
          </a:p>
        </p:txBody>
      </p:sp>
    </p:spTree>
    <p:extLst>
      <p:ext uri="{BB962C8B-B14F-4D97-AF65-F5344CB8AC3E}">
        <p14:creationId xmlns:p14="http://schemas.microsoft.com/office/powerpoint/2010/main" val="3780442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D8735A3-1A4A-A595-D84D-33C3ACA21BD0}"/>
              </a:ext>
            </a:extLst>
          </p:cNvPr>
          <p:cNvSpPr>
            <a:spLocks noGrp="1"/>
          </p:cNvSpPr>
          <p:nvPr>
            <p:ph type="title"/>
          </p:nvPr>
        </p:nvSpPr>
        <p:spPr>
          <a:xfrm>
            <a:off x="2343150" y="2931938"/>
            <a:ext cx="7505700" cy="994123"/>
          </a:xfrm>
        </p:spPr>
        <p:txBody>
          <a:bodyPr>
            <a:normAutofit fontScale="90000"/>
          </a:bodyPr>
          <a:lstStyle/>
          <a:p>
            <a:pPr algn="ctr"/>
            <a:r>
              <a:rPr lang="en-GB" b="0" dirty="0"/>
              <a:t>These slides have been removed from the public upload as requested by UKHSA</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University of Birmingham Logo PNG Vector (EPS) Free Download">
            <a:extLst>
              <a:ext uri="{FF2B5EF4-FFF2-40B4-BE49-F238E27FC236}">
                <a16:creationId xmlns:a16="http://schemas.microsoft.com/office/drawing/2014/main" id="{310E7935-2EEA-035D-EDE2-5690D648569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533" b="38889"/>
          <a:stretch>
            <a:fillRect/>
          </a:stretch>
        </p:blipFill>
        <p:spPr bwMode="auto">
          <a:xfrm>
            <a:off x="2430780" y="322432"/>
            <a:ext cx="2164080" cy="4886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2D17BE9-3AC9-F4C8-63F4-B5A164B9818B}"/>
              </a:ext>
            </a:extLst>
          </p:cNvPr>
          <p:cNvSpPr>
            <a:spLocks noGrp="1"/>
          </p:cNvSpPr>
          <p:nvPr>
            <p:ph type="ctrTitle"/>
          </p:nvPr>
        </p:nvSpPr>
        <p:spPr/>
        <p:txBody>
          <a:bodyPr/>
          <a:lstStyle/>
          <a:p>
            <a:r>
              <a:rPr lang="en-GB" dirty="0"/>
              <a:t>Barriers to MMR Vaccination</a:t>
            </a:r>
          </a:p>
        </p:txBody>
      </p:sp>
    </p:spTree>
    <p:extLst>
      <p:ext uri="{BB962C8B-B14F-4D97-AF65-F5344CB8AC3E}">
        <p14:creationId xmlns:p14="http://schemas.microsoft.com/office/powerpoint/2010/main" val="4089977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5E408EF-13A0-8431-C254-50A6B4DB8C3C}"/>
              </a:ext>
            </a:extLst>
          </p:cNvPr>
          <p:cNvSpPr>
            <a:spLocks noGrp="1"/>
          </p:cNvSpPr>
          <p:nvPr>
            <p:ph type="body" idx="1"/>
          </p:nvPr>
        </p:nvSpPr>
        <p:spPr/>
        <p:txBody>
          <a:bodyPr/>
          <a:lstStyle/>
          <a:p>
            <a:r>
              <a:rPr lang="en-GB" dirty="0"/>
              <a:t>Language Barriers</a:t>
            </a:r>
          </a:p>
        </p:txBody>
      </p:sp>
      <p:sp>
        <p:nvSpPr>
          <p:cNvPr id="3" name="Content Placeholder 2">
            <a:extLst>
              <a:ext uri="{FF2B5EF4-FFF2-40B4-BE49-F238E27FC236}">
                <a16:creationId xmlns:a16="http://schemas.microsoft.com/office/drawing/2014/main" id="{CD526B01-E105-4DCF-AB27-060E71EA3D8E}"/>
              </a:ext>
            </a:extLst>
          </p:cNvPr>
          <p:cNvSpPr>
            <a:spLocks noGrp="1"/>
          </p:cNvSpPr>
          <p:nvPr>
            <p:ph sz="half" idx="2"/>
          </p:nvPr>
        </p:nvSpPr>
        <p:spPr/>
        <p:txBody>
          <a:bodyPr>
            <a:noAutofit/>
          </a:bodyPr>
          <a:lstStyle/>
          <a:p>
            <a:r>
              <a:rPr lang="en-GB" sz="1800" dirty="0"/>
              <a:t>Language barriers and low reading ability arose as a key issue. </a:t>
            </a:r>
          </a:p>
          <a:p>
            <a:endParaRPr lang="en-GB" sz="1800" dirty="0"/>
          </a:p>
          <a:p>
            <a:r>
              <a:rPr lang="en-GB" sz="1800" dirty="0"/>
              <a:t>Many parents in BSol speak little English and therefore struggle to benefit from English-only flyers</a:t>
            </a:r>
          </a:p>
          <a:p>
            <a:endParaRPr lang="en-GB" sz="1800" dirty="0"/>
          </a:p>
          <a:p>
            <a:r>
              <a:rPr lang="en-GB" sz="1800" dirty="0"/>
              <a:t>Others are unable to read in any language. </a:t>
            </a:r>
          </a:p>
          <a:p>
            <a:endParaRPr lang="en-GB" sz="1800" dirty="0"/>
          </a:p>
          <a:p>
            <a:r>
              <a:rPr lang="en-GB" sz="1800" dirty="0"/>
              <a:t>This finding mirrors that of a 2024 systematic review on the barriers and enablers to MMR uptake among disadvantaged, minority, or underserved populations.</a:t>
            </a:r>
          </a:p>
        </p:txBody>
      </p:sp>
      <p:sp>
        <p:nvSpPr>
          <p:cNvPr id="4" name="Text Placeholder 3">
            <a:extLst>
              <a:ext uri="{FF2B5EF4-FFF2-40B4-BE49-F238E27FC236}">
                <a16:creationId xmlns:a16="http://schemas.microsoft.com/office/drawing/2014/main" id="{EB1FD910-C1BF-5FD1-117F-63A5875ACBB3}"/>
              </a:ext>
            </a:extLst>
          </p:cNvPr>
          <p:cNvSpPr>
            <a:spLocks noGrp="1"/>
          </p:cNvSpPr>
          <p:nvPr>
            <p:ph type="body" sz="quarter" idx="3"/>
          </p:nvPr>
        </p:nvSpPr>
        <p:spPr/>
        <p:txBody>
          <a:bodyPr/>
          <a:lstStyle/>
          <a:p>
            <a:r>
              <a:rPr lang="en-GB" dirty="0"/>
              <a:t>Ingredients</a:t>
            </a:r>
          </a:p>
        </p:txBody>
      </p:sp>
      <p:sp>
        <p:nvSpPr>
          <p:cNvPr id="5" name="Content Placeholder 4">
            <a:extLst>
              <a:ext uri="{FF2B5EF4-FFF2-40B4-BE49-F238E27FC236}">
                <a16:creationId xmlns:a16="http://schemas.microsoft.com/office/drawing/2014/main" id="{22E9DC09-F2F1-D7CE-987F-22FBAFC574E5}"/>
              </a:ext>
            </a:extLst>
          </p:cNvPr>
          <p:cNvSpPr>
            <a:spLocks noGrp="1"/>
          </p:cNvSpPr>
          <p:nvPr>
            <p:ph sz="quarter" idx="4"/>
          </p:nvPr>
        </p:nvSpPr>
        <p:spPr/>
        <p:txBody>
          <a:bodyPr>
            <a:normAutofit fontScale="92500" lnSpcReduction="20000"/>
          </a:bodyPr>
          <a:lstStyle/>
          <a:p>
            <a:r>
              <a:rPr lang="en-GB" sz="1900" dirty="0"/>
              <a:t>Concerns about the ingredients and safety of the vaccine varied by community. </a:t>
            </a:r>
          </a:p>
          <a:p>
            <a:endParaRPr lang="en-GB" sz="1900" dirty="0"/>
          </a:p>
          <a:p>
            <a:r>
              <a:rPr lang="en-GB" sz="1900" dirty="0"/>
              <a:t>Muslim participants expressed concerned about pork gelatine and the option of a pork-free vaccine </a:t>
            </a:r>
          </a:p>
          <a:p>
            <a:endParaRPr lang="en-GB" sz="1900" dirty="0"/>
          </a:p>
          <a:p>
            <a:r>
              <a:rPr lang="en-GB" sz="1900" dirty="0"/>
              <a:t>This again mirrors global research where the most cited religiously motivated barriers to measles vaccination were:</a:t>
            </a:r>
          </a:p>
          <a:p>
            <a:pPr lvl="1">
              <a:buFont typeface="Courier New" panose="02070309020205020404" pitchFamily="49" charset="0"/>
              <a:buChar char="o"/>
            </a:pPr>
            <a:r>
              <a:rPr lang="en-GB" dirty="0"/>
              <a:t>Animal-derived gelatines used in the vaccine production </a:t>
            </a:r>
          </a:p>
          <a:p>
            <a:pPr lvl="1">
              <a:buFont typeface="Courier New" panose="02070309020205020404" pitchFamily="49" charset="0"/>
              <a:buChar char="o"/>
            </a:pPr>
            <a:r>
              <a:rPr lang="en-GB" dirty="0"/>
              <a:t>Use of aborted human foetus tissue to make the rubella component of the MMR vaccine </a:t>
            </a:r>
          </a:p>
        </p:txBody>
      </p:sp>
      <p:pic>
        <p:nvPicPr>
          <p:cNvPr id="7" name="Picture 2" descr="University of Birmingham Logo PNG Vector (EPS) Free Download">
            <a:extLst>
              <a:ext uri="{FF2B5EF4-FFF2-40B4-BE49-F238E27FC236}">
                <a16:creationId xmlns:a16="http://schemas.microsoft.com/office/drawing/2014/main" id="{5D5F5AEA-5727-7502-3407-4129B5E20AF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533" b="38889"/>
          <a:stretch>
            <a:fillRect/>
          </a:stretch>
        </p:blipFill>
        <p:spPr bwMode="auto">
          <a:xfrm>
            <a:off x="9702800" y="6161944"/>
            <a:ext cx="2407920" cy="543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9444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500"/>
                                        <p:tgtEl>
                                          <p:spTgt spid="5">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xEl>
                                              <p:pRg st="4" end="4"/>
                                            </p:txEl>
                                          </p:spTgt>
                                        </p:tgtEl>
                                        <p:attrNameLst>
                                          <p:attrName>style.visibility</p:attrName>
                                        </p:attrNameLst>
                                      </p:cBhvr>
                                      <p:to>
                                        <p:strVal val="visible"/>
                                      </p:to>
                                    </p:set>
                                    <p:animEffect transition="in" filter="fade">
                                      <p:cBhvr>
                                        <p:cTn id="16" dur="500"/>
                                        <p:tgtEl>
                                          <p:spTgt spid="5">
                                            <p:txEl>
                                              <p:pRg st="4" end="4"/>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animEffect transition="in" filter="fade">
                                      <p:cBhvr>
                                        <p:cTn id="19" dur="500"/>
                                        <p:tgtEl>
                                          <p:spTgt spid="5">
                                            <p:txEl>
                                              <p:pRg st="5" end="5"/>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fade">
                                      <p:cBhvr>
                                        <p:cTn id="2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32951-A3E1-2E9D-1877-502A0903683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FCD7378-5ED1-6A10-8D39-1E874E152448}"/>
              </a:ext>
            </a:extLst>
          </p:cNvPr>
          <p:cNvSpPr>
            <a:spLocks noGrp="1"/>
          </p:cNvSpPr>
          <p:nvPr>
            <p:ph type="body" idx="1"/>
          </p:nvPr>
        </p:nvSpPr>
        <p:spPr/>
        <p:txBody>
          <a:bodyPr/>
          <a:lstStyle/>
          <a:p>
            <a:r>
              <a:rPr lang="en-GB" dirty="0"/>
              <a:t>Autism Links</a:t>
            </a:r>
          </a:p>
        </p:txBody>
      </p:sp>
      <p:sp>
        <p:nvSpPr>
          <p:cNvPr id="3" name="Content Placeholder 2">
            <a:extLst>
              <a:ext uri="{FF2B5EF4-FFF2-40B4-BE49-F238E27FC236}">
                <a16:creationId xmlns:a16="http://schemas.microsoft.com/office/drawing/2014/main" id="{41D93E60-EB17-37E8-4723-EA3BFCE814CC}"/>
              </a:ext>
            </a:extLst>
          </p:cNvPr>
          <p:cNvSpPr>
            <a:spLocks noGrp="1"/>
          </p:cNvSpPr>
          <p:nvPr>
            <p:ph sz="half" idx="2"/>
          </p:nvPr>
        </p:nvSpPr>
        <p:spPr/>
        <p:txBody>
          <a:bodyPr>
            <a:normAutofit/>
          </a:bodyPr>
          <a:lstStyle/>
          <a:p>
            <a:r>
              <a:rPr lang="en-GB" sz="1800" dirty="0"/>
              <a:t>Muslim/Afro-Caribbean communities, fears about possible links to autism were also seen to be important, while these were less important for the Romani traveller community</a:t>
            </a:r>
          </a:p>
          <a:p>
            <a:endParaRPr lang="en-GB" sz="1800" dirty="0"/>
          </a:p>
          <a:p>
            <a:r>
              <a:rPr lang="en-GB" sz="1800" dirty="0"/>
              <a:t>A 2023 systematic review found the risk of autism to be the most cited concern about the vaccine</a:t>
            </a:r>
          </a:p>
        </p:txBody>
      </p:sp>
      <p:sp>
        <p:nvSpPr>
          <p:cNvPr id="4" name="Text Placeholder 3">
            <a:extLst>
              <a:ext uri="{FF2B5EF4-FFF2-40B4-BE49-F238E27FC236}">
                <a16:creationId xmlns:a16="http://schemas.microsoft.com/office/drawing/2014/main" id="{30EFE293-ECE2-1323-F57E-861EB881E0F2}"/>
              </a:ext>
            </a:extLst>
          </p:cNvPr>
          <p:cNvSpPr>
            <a:spLocks noGrp="1"/>
          </p:cNvSpPr>
          <p:nvPr>
            <p:ph type="body" sz="quarter" idx="3"/>
          </p:nvPr>
        </p:nvSpPr>
        <p:spPr/>
        <p:txBody>
          <a:bodyPr/>
          <a:lstStyle/>
          <a:p>
            <a:r>
              <a:rPr lang="en-GB" dirty="0"/>
              <a:t>Accessibility</a:t>
            </a:r>
          </a:p>
        </p:txBody>
      </p:sp>
      <p:sp>
        <p:nvSpPr>
          <p:cNvPr id="5" name="Content Placeholder 4">
            <a:extLst>
              <a:ext uri="{FF2B5EF4-FFF2-40B4-BE49-F238E27FC236}">
                <a16:creationId xmlns:a16="http://schemas.microsoft.com/office/drawing/2014/main" id="{8870C069-C9BB-80C6-20E4-CECD37E3A9A5}"/>
              </a:ext>
            </a:extLst>
          </p:cNvPr>
          <p:cNvSpPr>
            <a:spLocks noGrp="1"/>
          </p:cNvSpPr>
          <p:nvPr>
            <p:ph sz="quarter" idx="4"/>
          </p:nvPr>
        </p:nvSpPr>
        <p:spPr>
          <a:xfrm>
            <a:off x="6193369" y="1996750"/>
            <a:ext cx="5389033" cy="4251649"/>
          </a:xfrm>
        </p:spPr>
        <p:txBody>
          <a:bodyPr>
            <a:normAutofit fontScale="77500" lnSpcReduction="20000"/>
          </a:bodyPr>
          <a:lstStyle/>
          <a:p>
            <a:r>
              <a:rPr lang="en-GB" dirty="0"/>
              <a:t>Birmingham support staff working with unaccompanied asylum-seeking children (UASC) said that UASC often arrive with missing vaccination records, and that there often isn’t enough time within appointments to give the required immunisations </a:t>
            </a:r>
          </a:p>
          <a:p>
            <a:endParaRPr lang="en-GB" dirty="0"/>
          </a:p>
          <a:p>
            <a:r>
              <a:rPr lang="en-GB" dirty="0"/>
              <a:t>A 2025 review found that many migrants living in Europe don’t know how to access vaccine services and don’t know what they’re eligible for, including fears of costs.</a:t>
            </a:r>
          </a:p>
          <a:p>
            <a:endParaRPr lang="en-GB" dirty="0"/>
          </a:p>
          <a:p>
            <a:r>
              <a:rPr lang="en-GB" dirty="0"/>
              <a:t>A 2019 systematic review found that parents from Gypsy, Roma, and Traveller populations faced unique accessibility barriers due to their transient residency as well as regular discrimination and exclusion within the healthcare system.</a:t>
            </a:r>
          </a:p>
        </p:txBody>
      </p:sp>
      <p:pic>
        <p:nvPicPr>
          <p:cNvPr id="7" name="Picture 2" descr="University of Birmingham Logo PNG Vector (EPS) Free Download">
            <a:extLst>
              <a:ext uri="{FF2B5EF4-FFF2-40B4-BE49-F238E27FC236}">
                <a16:creationId xmlns:a16="http://schemas.microsoft.com/office/drawing/2014/main" id="{164E6EA3-4D7C-B062-292A-4B9A9DEDFCC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533" b="38889"/>
          <a:stretch>
            <a:fillRect/>
          </a:stretch>
        </p:blipFill>
        <p:spPr bwMode="auto">
          <a:xfrm>
            <a:off x="9702800" y="6161944"/>
            <a:ext cx="2407920" cy="543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5285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500"/>
                                        <p:tgtEl>
                                          <p:spTgt spid="5">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xEl>
                                              <p:pRg st="4" end="4"/>
                                            </p:txEl>
                                          </p:spTgt>
                                        </p:tgtEl>
                                        <p:attrNameLst>
                                          <p:attrName>style.visibility</p:attrName>
                                        </p:attrNameLst>
                                      </p:cBhvr>
                                      <p:to>
                                        <p:strVal val="visible"/>
                                      </p:to>
                                    </p:set>
                                    <p:animEffect transition="in" filter="fade">
                                      <p:cBhvr>
                                        <p:cTn id="16"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C5A45-D84C-C17B-79FA-0350B292F27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D5693A9-4256-442C-8BFA-DDCE97F216C4}"/>
              </a:ext>
            </a:extLst>
          </p:cNvPr>
          <p:cNvSpPr>
            <a:spLocks noGrp="1"/>
          </p:cNvSpPr>
          <p:nvPr>
            <p:ph type="body" idx="1"/>
          </p:nvPr>
        </p:nvSpPr>
        <p:spPr/>
        <p:txBody>
          <a:bodyPr/>
          <a:lstStyle/>
          <a:p>
            <a:r>
              <a:rPr lang="en-GB" dirty="0"/>
              <a:t>Trust</a:t>
            </a:r>
          </a:p>
        </p:txBody>
      </p:sp>
      <p:sp>
        <p:nvSpPr>
          <p:cNvPr id="3" name="Content Placeholder 2">
            <a:extLst>
              <a:ext uri="{FF2B5EF4-FFF2-40B4-BE49-F238E27FC236}">
                <a16:creationId xmlns:a16="http://schemas.microsoft.com/office/drawing/2014/main" id="{A82A3F5B-78A4-160C-95B6-DD422CE05100}"/>
              </a:ext>
            </a:extLst>
          </p:cNvPr>
          <p:cNvSpPr>
            <a:spLocks noGrp="1"/>
          </p:cNvSpPr>
          <p:nvPr>
            <p:ph sz="half" idx="2"/>
          </p:nvPr>
        </p:nvSpPr>
        <p:spPr/>
        <p:txBody>
          <a:bodyPr>
            <a:normAutofit/>
          </a:bodyPr>
          <a:lstStyle/>
          <a:p>
            <a:r>
              <a:rPr lang="en-GB" sz="1800" dirty="0"/>
              <a:t>Some participants reported a general mistrust of government sources, particularly if associated with the ‘Home Office’ and ‘immigration’.</a:t>
            </a:r>
          </a:p>
          <a:p>
            <a:endParaRPr lang="en-GB" sz="1800" dirty="0"/>
          </a:p>
          <a:p>
            <a:r>
              <a:rPr lang="en-GB" sz="1800" dirty="0"/>
              <a:t>A general preference was raised for information to come from healthcare professionals and local community/faith leaders.</a:t>
            </a:r>
          </a:p>
          <a:p>
            <a:endParaRPr lang="en-GB" sz="1800" dirty="0"/>
          </a:p>
          <a:p>
            <a:r>
              <a:rPr lang="en-GB" sz="1800" dirty="0"/>
              <a:t>A lack of trust in the healthcare system has also been found to be a barrier to vaccination in the UK</a:t>
            </a:r>
          </a:p>
        </p:txBody>
      </p:sp>
      <p:sp>
        <p:nvSpPr>
          <p:cNvPr id="4" name="Text Placeholder 3">
            <a:extLst>
              <a:ext uri="{FF2B5EF4-FFF2-40B4-BE49-F238E27FC236}">
                <a16:creationId xmlns:a16="http://schemas.microsoft.com/office/drawing/2014/main" id="{F9454120-0EE8-7369-C6A8-341D1D3A4872}"/>
              </a:ext>
            </a:extLst>
          </p:cNvPr>
          <p:cNvSpPr>
            <a:spLocks noGrp="1"/>
          </p:cNvSpPr>
          <p:nvPr>
            <p:ph type="body" sz="quarter" idx="3"/>
          </p:nvPr>
        </p:nvSpPr>
        <p:spPr/>
        <p:txBody>
          <a:bodyPr/>
          <a:lstStyle/>
          <a:p>
            <a:r>
              <a:rPr lang="en-GB" dirty="0"/>
              <a:t>Other Factors</a:t>
            </a:r>
          </a:p>
        </p:txBody>
      </p:sp>
      <p:sp>
        <p:nvSpPr>
          <p:cNvPr id="5" name="Content Placeholder 4">
            <a:extLst>
              <a:ext uri="{FF2B5EF4-FFF2-40B4-BE49-F238E27FC236}">
                <a16:creationId xmlns:a16="http://schemas.microsoft.com/office/drawing/2014/main" id="{A258AF57-A379-A45C-F752-E99601F3FE01}"/>
              </a:ext>
            </a:extLst>
          </p:cNvPr>
          <p:cNvSpPr>
            <a:spLocks noGrp="1"/>
          </p:cNvSpPr>
          <p:nvPr>
            <p:ph sz="quarter" idx="4"/>
          </p:nvPr>
        </p:nvSpPr>
        <p:spPr/>
        <p:txBody>
          <a:bodyPr>
            <a:normAutofit/>
          </a:bodyPr>
          <a:lstStyle/>
          <a:p>
            <a:r>
              <a:rPr lang="en-GB" sz="1800" dirty="0"/>
              <a:t>Belief that children are given too many vaccines too soon</a:t>
            </a:r>
          </a:p>
          <a:p>
            <a:endParaRPr lang="en-GB" sz="1800" dirty="0"/>
          </a:p>
          <a:p>
            <a:r>
              <a:rPr lang="en-GB" sz="1800" dirty="0"/>
              <a:t>Low perceived benefit of vaccination</a:t>
            </a:r>
          </a:p>
          <a:p>
            <a:endParaRPr lang="en-GB" sz="1800" dirty="0"/>
          </a:p>
          <a:p>
            <a:r>
              <a:rPr lang="en-GB" sz="1800" dirty="0"/>
              <a:t>Previous experience of vaccine side-effects</a:t>
            </a:r>
          </a:p>
        </p:txBody>
      </p:sp>
      <p:pic>
        <p:nvPicPr>
          <p:cNvPr id="7" name="Picture 2" descr="University of Birmingham Logo PNG Vector (EPS) Free Download">
            <a:extLst>
              <a:ext uri="{FF2B5EF4-FFF2-40B4-BE49-F238E27FC236}">
                <a16:creationId xmlns:a16="http://schemas.microsoft.com/office/drawing/2014/main" id="{487E2E51-65D5-1C32-09FE-0C946CFFD4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533" b="38889"/>
          <a:stretch>
            <a:fillRect/>
          </a:stretch>
        </p:blipFill>
        <p:spPr bwMode="auto">
          <a:xfrm>
            <a:off x="9702800" y="6161944"/>
            <a:ext cx="2407920" cy="543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712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500"/>
                                        <p:tgtEl>
                                          <p:spTgt spid="5">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xEl>
                                              <p:pRg st="4" end="4"/>
                                            </p:txEl>
                                          </p:spTgt>
                                        </p:tgtEl>
                                        <p:attrNameLst>
                                          <p:attrName>style.visibility</p:attrName>
                                        </p:attrNameLst>
                                      </p:cBhvr>
                                      <p:to>
                                        <p:strVal val="visible"/>
                                      </p:to>
                                    </p:set>
                                    <p:animEffect transition="in" filter="fade">
                                      <p:cBhvr>
                                        <p:cTn id="16"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C42F2-1E77-B2F1-458B-042A8BDEAE2F}"/>
            </a:ext>
          </a:extLst>
        </p:cNvPr>
        <p:cNvGrpSpPr/>
        <p:nvPr/>
      </p:nvGrpSpPr>
      <p:grpSpPr>
        <a:xfrm>
          <a:off x="0" y="0"/>
          <a:ext cx="0" cy="0"/>
          <a:chOff x="0" y="0"/>
          <a:chExt cx="0" cy="0"/>
        </a:xfrm>
      </p:grpSpPr>
      <p:pic>
        <p:nvPicPr>
          <p:cNvPr id="5" name="Picture 2" descr="University of Birmingham Logo PNG Vector (EPS) Free Download">
            <a:extLst>
              <a:ext uri="{FF2B5EF4-FFF2-40B4-BE49-F238E27FC236}">
                <a16:creationId xmlns:a16="http://schemas.microsoft.com/office/drawing/2014/main" id="{8F472DBD-6A2F-F17F-5996-AEF4B7B4D4B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533" b="38889"/>
          <a:stretch>
            <a:fillRect/>
          </a:stretch>
        </p:blipFill>
        <p:spPr bwMode="auto">
          <a:xfrm>
            <a:off x="9702800" y="6161944"/>
            <a:ext cx="2407920" cy="54365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033CB36F-87AD-3982-9DA1-7833912EEB6B}"/>
              </a:ext>
            </a:extLst>
          </p:cNvPr>
          <p:cNvSpPr>
            <a:spLocks noGrp="1"/>
          </p:cNvSpPr>
          <p:nvPr>
            <p:ph type="title"/>
          </p:nvPr>
        </p:nvSpPr>
        <p:spPr>
          <a:xfrm>
            <a:off x="4919133" y="2674763"/>
            <a:ext cx="2353733" cy="994123"/>
          </a:xfrm>
        </p:spPr>
        <p:txBody>
          <a:bodyPr/>
          <a:lstStyle/>
          <a:p>
            <a:pPr algn="ctr"/>
            <a:r>
              <a:rPr lang="en-GB" dirty="0"/>
              <a:t>Discussion </a:t>
            </a:r>
          </a:p>
        </p:txBody>
      </p:sp>
    </p:spTree>
    <p:extLst>
      <p:ext uri="{BB962C8B-B14F-4D97-AF65-F5344CB8AC3E}">
        <p14:creationId xmlns:p14="http://schemas.microsoft.com/office/powerpoint/2010/main" val="2412781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9E19E-8FB2-35C9-A746-BDCD3CBA6DB6}"/>
            </a:ext>
          </a:extLst>
        </p:cNvPr>
        <p:cNvGrpSpPr/>
        <p:nvPr/>
      </p:nvGrpSpPr>
      <p:grpSpPr>
        <a:xfrm>
          <a:off x="0" y="0"/>
          <a:ext cx="0" cy="0"/>
          <a:chOff x="0" y="0"/>
          <a:chExt cx="0" cy="0"/>
        </a:xfrm>
      </p:grpSpPr>
      <p:pic>
        <p:nvPicPr>
          <p:cNvPr id="7" name="Picture 2" descr="University of Birmingham Logo PNG Vector (EPS) Free Download">
            <a:extLst>
              <a:ext uri="{FF2B5EF4-FFF2-40B4-BE49-F238E27FC236}">
                <a16:creationId xmlns:a16="http://schemas.microsoft.com/office/drawing/2014/main" id="{6F536AAA-E670-DBAE-6FBA-B59B39B572B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533" b="38889"/>
          <a:stretch>
            <a:fillRect/>
          </a:stretch>
        </p:blipFill>
        <p:spPr bwMode="auto">
          <a:xfrm>
            <a:off x="2430780" y="322432"/>
            <a:ext cx="2164080" cy="4886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4139597-4B44-D7E9-121C-466460861843}"/>
              </a:ext>
            </a:extLst>
          </p:cNvPr>
          <p:cNvSpPr>
            <a:spLocks noGrp="1"/>
          </p:cNvSpPr>
          <p:nvPr>
            <p:ph type="ctrTitle"/>
          </p:nvPr>
        </p:nvSpPr>
        <p:spPr/>
        <p:txBody>
          <a:bodyPr/>
          <a:lstStyle/>
          <a:p>
            <a:r>
              <a:rPr lang="en-GB" dirty="0"/>
              <a:t>System Dynamics</a:t>
            </a:r>
          </a:p>
        </p:txBody>
      </p:sp>
    </p:spTree>
    <p:extLst>
      <p:ext uri="{BB962C8B-B14F-4D97-AF65-F5344CB8AC3E}">
        <p14:creationId xmlns:p14="http://schemas.microsoft.com/office/powerpoint/2010/main" val="2384552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E18AB-379C-1119-809C-305F22581DCE}"/>
            </a:ext>
          </a:extLst>
        </p:cNvPr>
        <p:cNvGrpSpPr/>
        <p:nvPr/>
      </p:nvGrpSpPr>
      <p:grpSpPr>
        <a:xfrm>
          <a:off x="0" y="0"/>
          <a:ext cx="0" cy="0"/>
          <a:chOff x="0" y="0"/>
          <a:chExt cx="0" cy="0"/>
        </a:xfrm>
      </p:grpSpPr>
      <p:sp>
        <p:nvSpPr>
          <p:cNvPr id="20" name="Arc 19">
            <a:extLst>
              <a:ext uri="{FF2B5EF4-FFF2-40B4-BE49-F238E27FC236}">
                <a16:creationId xmlns:a16="http://schemas.microsoft.com/office/drawing/2014/main" id="{FF787D74-9536-EB2D-BFED-1556338EC4C9}"/>
              </a:ext>
            </a:extLst>
          </p:cNvPr>
          <p:cNvSpPr/>
          <p:nvPr/>
        </p:nvSpPr>
        <p:spPr>
          <a:xfrm>
            <a:off x="5867263" y="3642850"/>
            <a:ext cx="1472200" cy="1281985"/>
          </a:xfrm>
          <a:prstGeom prst="arc">
            <a:avLst>
              <a:gd name="adj1" fmla="val 12247892"/>
              <a:gd name="adj2" fmla="val 393578"/>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6" name="Arc 15">
            <a:extLst>
              <a:ext uri="{FF2B5EF4-FFF2-40B4-BE49-F238E27FC236}">
                <a16:creationId xmlns:a16="http://schemas.microsoft.com/office/drawing/2014/main" id="{02608973-E763-B519-D3A1-52F1637CF2ED}"/>
              </a:ext>
            </a:extLst>
          </p:cNvPr>
          <p:cNvSpPr/>
          <p:nvPr/>
        </p:nvSpPr>
        <p:spPr>
          <a:xfrm flipH="1">
            <a:off x="4572169" y="3658182"/>
            <a:ext cx="1472200" cy="1281985"/>
          </a:xfrm>
          <a:prstGeom prst="arc">
            <a:avLst>
              <a:gd name="adj1" fmla="val 12247892"/>
              <a:gd name="adj2" fmla="val 393578"/>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cxnSp>
        <p:nvCxnSpPr>
          <p:cNvPr id="10" name="Straight Arrow Connector 9">
            <a:extLst>
              <a:ext uri="{FF2B5EF4-FFF2-40B4-BE49-F238E27FC236}">
                <a16:creationId xmlns:a16="http://schemas.microsoft.com/office/drawing/2014/main" id="{B9CAC791-7CD7-391D-0D82-75F8363AC19D}"/>
              </a:ext>
            </a:extLst>
          </p:cNvPr>
          <p:cNvCxnSpPr>
            <a:cxnSpLocks/>
          </p:cNvCxnSpPr>
          <p:nvPr/>
        </p:nvCxnSpPr>
        <p:spPr>
          <a:xfrm>
            <a:off x="6801169" y="4429931"/>
            <a:ext cx="1080000" cy="0"/>
          </a:xfrm>
          <a:prstGeom prst="straightConnector1">
            <a:avLst/>
          </a:prstGeom>
          <a:ln w="7620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7F9A73A1-37ED-1E06-C185-41E7603E1CC4}"/>
              </a:ext>
            </a:extLst>
          </p:cNvPr>
          <p:cNvSpPr>
            <a:spLocks noGrp="1"/>
          </p:cNvSpPr>
          <p:nvPr>
            <p:ph type="title"/>
          </p:nvPr>
        </p:nvSpPr>
        <p:spPr/>
        <p:txBody>
          <a:bodyPr/>
          <a:lstStyle/>
          <a:p>
            <a:r>
              <a:rPr lang="en-GB" dirty="0"/>
              <a:t>System Dynamics Overview</a:t>
            </a:r>
          </a:p>
        </p:txBody>
      </p:sp>
      <p:sp>
        <p:nvSpPr>
          <p:cNvPr id="6" name="TextBox 5">
            <a:extLst>
              <a:ext uri="{FF2B5EF4-FFF2-40B4-BE49-F238E27FC236}">
                <a16:creationId xmlns:a16="http://schemas.microsoft.com/office/drawing/2014/main" id="{1D91D741-B15E-95AB-76B3-70BBCFC61134}"/>
              </a:ext>
            </a:extLst>
          </p:cNvPr>
          <p:cNvSpPr txBox="1"/>
          <p:nvPr/>
        </p:nvSpPr>
        <p:spPr>
          <a:xfrm>
            <a:off x="1363134" y="1441951"/>
            <a:ext cx="9383538" cy="1015663"/>
          </a:xfrm>
          <a:prstGeom prst="rect">
            <a:avLst/>
          </a:prstGeom>
          <a:noFill/>
        </p:spPr>
        <p:txBody>
          <a:bodyPr wrap="square">
            <a:spAutoFit/>
          </a:bodyPr>
          <a:lstStyle/>
          <a:p>
            <a:pPr algn="l"/>
            <a:r>
              <a:rPr lang="en-GB" sz="2000" dirty="0">
                <a:latin typeface="+mj-lt"/>
              </a:rPr>
              <a:t>System dynamics is a novel method for simulating complex systems including </a:t>
            </a:r>
            <a:r>
              <a:rPr lang="en-GB" sz="2000" b="1" dirty="0">
                <a:latin typeface="+mj-lt"/>
              </a:rPr>
              <a:t>stocks</a:t>
            </a:r>
            <a:r>
              <a:rPr lang="en-GB" sz="2000" dirty="0">
                <a:latin typeface="+mj-lt"/>
              </a:rPr>
              <a:t>, </a:t>
            </a:r>
            <a:r>
              <a:rPr lang="en-GB" sz="2000" b="1" dirty="0">
                <a:latin typeface="+mj-lt"/>
              </a:rPr>
              <a:t>flows</a:t>
            </a:r>
            <a:r>
              <a:rPr lang="en-GB" sz="2000" dirty="0">
                <a:latin typeface="+mj-lt"/>
              </a:rPr>
              <a:t>, and </a:t>
            </a:r>
            <a:r>
              <a:rPr lang="en-GB" sz="2000" b="1" dirty="0">
                <a:latin typeface="+mj-lt"/>
              </a:rPr>
              <a:t>feedback loops </a:t>
            </a:r>
            <a:r>
              <a:rPr lang="en-GB" sz="2000" dirty="0">
                <a:latin typeface="+mj-lt"/>
              </a:rPr>
              <a:t>with the ability to include abstract factors such as </a:t>
            </a:r>
            <a:r>
              <a:rPr lang="en-GB" sz="2000" b="1" dirty="0">
                <a:latin typeface="+mj-lt"/>
              </a:rPr>
              <a:t>information flows</a:t>
            </a:r>
            <a:r>
              <a:rPr lang="en-GB" sz="2000" dirty="0">
                <a:latin typeface="+mj-lt"/>
              </a:rPr>
              <a:t>.</a:t>
            </a:r>
          </a:p>
        </p:txBody>
      </p:sp>
      <p:pic>
        <p:nvPicPr>
          <p:cNvPr id="7" name="Picture 2" descr="University of Birmingham Logo PNG Vector (EPS) Free Download">
            <a:extLst>
              <a:ext uri="{FF2B5EF4-FFF2-40B4-BE49-F238E27FC236}">
                <a16:creationId xmlns:a16="http://schemas.microsoft.com/office/drawing/2014/main" id="{69CDFC3B-C2EF-DF65-D556-A4B02D1872F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533" b="38889"/>
          <a:stretch>
            <a:fillRect/>
          </a:stretch>
        </p:blipFill>
        <p:spPr bwMode="auto">
          <a:xfrm>
            <a:off x="9702800" y="6161944"/>
            <a:ext cx="2407920" cy="54365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30B1FD1C-01FE-E8C6-0D38-869B205B9FF7}"/>
              </a:ext>
            </a:extLst>
          </p:cNvPr>
          <p:cNvSpPr/>
          <p:nvPr/>
        </p:nvSpPr>
        <p:spPr>
          <a:xfrm>
            <a:off x="5129969" y="3980058"/>
            <a:ext cx="1671201" cy="85333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b="1" dirty="0">
              <a:solidFill>
                <a:sysClr val="windowText" lastClr="000000"/>
              </a:solidFill>
            </a:endParaRPr>
          </a:p>
        </p:txBody>
      </p:sp>
      <p:cxnSp>
        <p:nvCxnSpPr>
          <p:cNvPr id="9" name="Straight Arrow Connector 8">
            <a:extLst>
              <a:ext uri="{FF2B5EF4-FFF2-40B4-BE49-F238E27FC236}">
                <a16:creationId xmlns:a16="http://schemas.microsoft.com/office/drawing/2014/main" id="{292F054D-E827-B9A8-5176-05A8251EC733}"/>
              </a:ext>
            </a:extLst>
          </p:cNvPr>
          <p:cNvCxnSpPr>
            <a:cxnSpLocks/>
          </p:cNvCxnSpPr>
          <p:nvPr/>
        </p:nvCxnSpPr>
        <p:spPr>
          <a:xfrm>
            <a:off x="4049969" y="4429931"/>
            <a:ext cx="1080000" cy="0"/>
          </a:xfrm>
          <a:prstGeom prst="straightConnector1">
            <a:avLst/>
          </a:prstGeom>
          <a:ln w="7620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503FCD53-BA7F-F3FF-3C10-AE1805BD1F21}"/>
              </a:ext>
            </a:extLst>
          </p:cNvPr>
          <p:cNvSpPr txBox="1"/>
          <p:nvPr/>
        </p:nvSpPr>
        <p:spPr>
          <a:xfrm>
            <a:off x="5400165" y="4876161"/>
            <a:ext cx="1130808" cy="338554"/>
          </a:xfrm>
          <a:prstGeom prst="rect">
            <a:avLst/>
          </a:prstGeom>
          <a:noFill/>
        </p:spPr>
        <p:txBody>
          <a:bodyPr wrap="square" rtlCol="0">
            <a:spAutoFit/>
          </a:bodyPr>
          <a:lstStyle/>
          <a:p>
            <a:pPr algn="ctr"/>
            <a:r>
              <a:rPr lang="en-GB" sz="1600" dirty="0"/>
              <a:t>Stock</a:t>
            </a:r>
          </a:p>
        </p:txBody>
      </p:sp>
      <p:sp>
        <p:nvSpPr>
          <p:cNvPr id="14" name="TextBox 13">
            <a:extLst>
              <a:ext uri="{FF2B5EF4-FFF2-40B4-BE49-F238E27FC236}">
                <a16:creationId xmlns:a16="http://schemas.microsoft.com/office/drawing/2014/main" id="{A8E7FA63-888D-D2AC-52A7-6E499DD69128}"/>
              </a:ext>
            </a:extLst>
          </p:cNvPr>
          <p:cNvSpPr txBox="1"/>
          <p:nvPr/>
        </p:nvSpPr>
        <p:spPr>
          <a:xfrm>
            <a:off x="3971225" y="4537607"/>
            <a:ext cx="1130808" cy="338554"/>
          </a:xfrm>
          <a:prstGeom prst="rect">
            <a:avLst/>
          </a:prstGeom>
          <a:noFill/>
        </p:spPr>
        <p:txBody>
          <a:bodyPr wrap="square" rtlCol="0">
            <a:spAutoFit/>
          </a:bodyPr>
          <a:lstStyle/>
          <a:p>
            <a:pPr algn="ctr"/>
            <a:r>
              <a:rPr lang="en-GB" sz="1600" dirty="0"/>
              <a:t>Flow</a:t>
            </a:r>
          </a:p>
        </p:txBody>
      </p:sp>
      <p:sp>
        <p:nvSpPr>
          <p:cNvPr id="15" name="TextBox 14">
            <a:extLst>
              <a:ext uri="{FF2B5EF4-FFF2-40B4-BE49-F238E27FC236}">
                <a16:creationId xmlns:a16="http://schemas.microsoft.com/office/drawing/2014/main" id="{0D1F3CA2-54E7-27E0-C848-1AEEA72C4EF6}"/>
              </a:ext>
            </a:extLst>
          </p:cNvPr>
          <p:cNvSpPr txBox="1"/>
          <p:nvPr/>
        </p:nvSpPr>
        <p:spPr>
          <a:xfrm>
            <a:off x="6675753" y="4537607"/>
            <a:ext cx="1130808" cy="338554"/>
          </a:xfrm>
          <a:prstGeom prst="rect">
            <a:avLst/>
          </a:prstGeom>
          <a:noFill/>
        </p:spPr>
        <p:txBody>
          <a:bodyPr wrap="square" rtlCol="0">
            <a:spAutoFit/>
          </a:bodyPr>
          <a:lstStyle/>
          <a:p>
            <a:pPr algn="ctr"/>
            <a:r>
              <a:rPr lang="en-GB" sz="1600" dirty="0"/>
              <a:t>Flow</a:t>
            </a:r>
          </a:p>
        </p:txBody>
      </p:sp>
      <p:sp>
        <p:nvSpPr>
          <p:cNvPr id="22" name="Cloud 21">
            <a:extLst>
              <a:ext uri="{FF2B5EF4-FFF2-40B4-BE49-F238E27FC236}">
                <a16:creationId xmlns:a16="http://schemas.microsoft.com/office/drawing/2014/main" id="{574916BA-A66C-841F-05FF-E3963474A341}"/>
              </a:ext>
            </a:extLst>
          </p:cNvPr>
          <p:cNvSpPr/>
          <p:nvPr/>
        </p:nvSpPr>
        <p:spPr>
          <a:xfrm>
            <a:off x="3721422" y="4299174"/>
            <a:ext cx="406400" cy="313266"/>
          </a:xfrm>
          <a:prstGeom prst="cloud">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Cloud 22">
            <a:extLst>
              <a:ext uri="{FF2B5EF4-FFF2-40B4-BE49-F238E27FC236}">
                <a16:creationId xmlns:a16="http://schemas.microsoft.com/office/drawing/2014/main" id="{55D2001F-D320-010B-A0B9-1FAE88F848C4}"/>
              </a:ext>
            </a:extLst>
          </p:cNvPr>
          <p:cNvSpPr/>
          <p:nvPr/>
        </p:nvSpPr>
        <p:spPr>
          <a:xfrm>
            <a:off x="7868671" y="4273298"/>
            <a:ext cx="406400" cy="313266"/>
          </a:xfrm>
          <a:prstGeom prst="cloud">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TextBox 23">
            <a:extLst>
              <a:ext uri="{FF2B5EF4-FFF2-40B4-BE49-F238E27FC236}">
                <a16:creationId xmlns:a16="http://schemas.microsoft.com/office/drawing/2014/main" id="{553B0A39-FAA4-191A-9527-095F32830875}"/>
              </a:ext>
            </a:extLst>
          </p:cNvPr>
          <p:cNvSpPr txBox="1"/>
          <p:nvPr/>
        </p:nvSpPr>
        <p:spPr>
          <a:xfrm>
            <a:off x="5400165" y="4255495"/>
            <a:ext cx="1130808" cy="323165"/>
          </a:xfrm>
          <a:prstGeom prst="rect">
            <a:avLst/>
          </a:prstGeom>
          <a:noFill/>
        </p:spPr>
        <p:txBody>
          <a:bodyPr wrap="square" rtlCol="0">
            <a:spAutoFit/>
          </a:bodyPr>
          <a:lstStyle/>
          <a:p>
            <a:pPr algn="ctr"/>
            <a:r>
              <a:rPr lang="en-GB" dirty="0"/>
              <a:t>Population</a:t>
            </a:r>
          </a:p>
        </p:txBody>
      </p:sp>
      <p:sp>
        <p:nvSpPr>
          <p:cNvPr id="25" name="TextBox 24">
            <a:extLst>
              <a:ext uri="{FF2B5EF4-FFF2-40B4-BE49-F238E27FC236}">
                <a16:creationId xmlns:a16="http://schemas.microsoft.com/office/drawing/2014/main" id="{CF6F1899-D03C-A9B9-1298-5D3D36EE2C32}"/>
              </a:ext>
            </a:extLst>
          </p:cNvPr>
          <p:cNvSpPr txBox="1"/>
          <p:nvPr/>
        </p:nvSpPr>
        <p:spPr>
          <a:xfrm>
            <a:off x="3375381" y="3932208"/>
            <a:ext cx="1130808" cy="323165"/>
          </a:xfrm>
          <a:prstGeom prst="rect">
            <a:avLst/>
          </a:prstGeom>
          <a:noFill/>
        </p:spPr>
        <p:txBody>
          <a:bodyPr wrap="square" rtlCol="0">
            <a:spAutoFit/>
          </a:bodyPr>
          <a:lstStyle/>
          <a:p>
            <a:pPr algn="ctr"/>
            <a:r>
              <a:rPr lang="en-GB" dirty="0"/>
              <a:t>Births</a:t>
            </a:r>
          </a:p>
        </p:txBody>
      </p:sp>
      <p:sp>
        <p:nvSpPr>
          <p:cNvPr id="26" name="TextBox 25">
            <a:extLst>
              <a:ext uri="{FF2B5EF4-FFF2-40B4-BE49-F238E27FC236}">
                <a16:creationId xmlns:a16="http://schemas.microsoft.com/office/drawing/2014/main" id="{F0EDA37B-4902-8A47-76DA-0C500F075524}"/>
              </a:ext>
            </a:extLst>
          </p:cNvPr>
          <p:cNvSpPr txBox="1"/>
          <p:nvPr/>
        </p:nvSpPr>
        <p:spPr>
          <a:xfrm>
            <a:off x="7566400" y="3932208"/>
            <a:ext cx="1130808" cy="323165"/>
          </a:xfrm>
          <a:prstGeom prst="rect">
            <a:avLst/>
          </a:prstGeom>
          <a:noFill/>
        </p:spPr>
        <p:txBody>
          <a:bodyPr wrap="square" rtlCol="0">
            <a:spAutoFit/>
          </a:bodyPr>
          <a:lstStyle/>
          <a:p>
            <a:pPr algn="ctr"/>
            <a:r>
              <a:rPr lang="en-GB" dirty="0"/>
              <a:t>Deaths</a:t>
            </a:r>
          </a:p>
        </p:txBody>
      </p:sp>
      <p:sp>
        <p:nvSpPr>
          <p:cNvPr id="27" name="TextBox 26">
            <a:extLst>
              <a:ext uri="{FF2B5EF4-FFF2-40B4-BE49-F238E27FC236}">
                <a16:creationId xmlns:a16="http://schemas.microsoft.com/office/drawing/2014/main" id="{CBA77C88-81C9-25FD-88CD-BAE8E21E4E78}"/>
              </a:ext>
            </a:extLst>
          </p:cNvPr>
          <p:cNvSpPr txBox="1"/>
          <p:nvPr/>
        </p:nvSpPr>
        <p:spPr>
          <a:xfrm>
            <a:off x="3830581" y="3283542"/>
            <a:ext cx="1350196" cy="323165"/>
          </a:xfrm>
          <a:prstGeom prst="rect">
            <a:avLst/>
          </a:prstGeom>
          <a:noFill/>
        </p:spPr>
        <p:txBody>
          <a:bodyPr wrap="square" rtlCol="0">
            <a:spAutoFit/>
          </a:bodyPr>
          <a:lstStyle/>
          <a:p>
            <a:r>
              <a:rPr lang="en-GB" dirty="0">
                <a:solidFill>
                  <a:srgbClr val="C00000"/>
                </a:solidFill>
              </a:rPr>
              <a:t>Birth rate</a:t>
            </a:r>
          </a:p>
        </p:txBody>
      </p:sp>
      <p:sp>
        <p:nvSpPr>
          <p:cNvPr id="28" name="TextBox 27">
            <a:extLst>
              <a:ext uri="{FF2B5EF4-FFF2-40B4-BE49-F238E27FC236}">
                <a16:creationId xmlns:a16="http://schemas.microsoft.com/office/drawing/2014/main" id="{572EAFF4-0340-51EB-2441-EF62327E9ECC}"/>
              </a:ext>
            </a:extLst>
          </p:cNvPr>
          <p:cNvSpPr txBox="1"/>
          <p:nvPr/>
        </p:nvSpPr>
        <p:spPr>
          <a:xfrm>
            <a:off x="6924875" y="3314462"/>
            <a:ext cx="1350196" cy="323165"/>
          </a:xfrm>
          <a:prstGeom prst="rect">
            <a:avLst/>
          </a:prstGeom>
          <a:noFill/>
        </p:spPr>
        <p:txBody>
          <a:bodyPr wrap="square" rtlCol="0">
            <a:spAutoFit/>
          </a:bodyPr>
          <a:lstStyle/>
          <a:p>
            <a:r>
              <a:rPr lang="en-GB" dirty="0">
                <a:solidFill>
                  <a:srgbClr val="C00000"/>
                </a:solidFill>
              </a:rPr>
              <a:t>Death rate</a:t>
            </a:r>
          </a:p>
        </p:txBody>
      </p:sp>
      <p:sp>
        <p:nvSpPr>
          <p:cNvPr id="29" name="Arc 28">
            <a:extLst>
              <a:ext uri="{FF2B5EF4-FFF2-40B4-BE49-F238E27FC236}">
                <a16:creationId xmlns:a16="http://schemas.microsoft.com/office/drawing/2014/main" id="{5F018D23-3D59-2A03-BB22-031B6E61071B}"/>
              </a:ext>
            </a:extLst>
          </p:cNvPr>
          <p:cNvSpPr/>
          <p:nvPr/>
        </p:nvSpPr>
        <p:spPr>
          <a:xfrm rot="19918238" flipH="1">
            <a:off x="4334510" y="2907243"/>
            <a:ext cx="1677436" cy="2246416"/>
          </a:xfrm>
          <a:prstGeom prst="arc">
            <a:avLst>
              <a:gd name="adj1" fmla="val 18266989"/>
              <a:gd name="adj2" fmla="val 21286856"/>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30" name="Arc 29">
            <a:extLst>
              <a:ext uri="{FF2B5EF4-FFF2-40B4-BE49-F238E27FC236}">
                <a16:creationId xmlns:a16="http://schemas.microsoft.com/office/drawing/2014/main" id="{FC4BDCB0-B00B-B46A-B395-582A2692275A}"/>
              </a:ext>
            </a:extLst>
          </p:cNvPr>
          <p:cNvSpPr/>
          <p:nvPr/>
        </p:nvSpPr>
        <p:spPr>
          <a:xfrm rot="1681762">
            <a:off x="5857547" y="2907244"/>
            <a:ext cx="1677436" cy="2246416"/>
          </a:xfrm>
          <a:prstGeom prst="arc">
            <a:avLst>
              <a:gd name="adj1" fmla="val 18266989"/>
              <a:gd name="adj2" fmla="val 21286856"/>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525752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500"/>
                                        <p:tgtEl>
                                          <p:spTgt spid="9"/>
                                        </p:tgtEl>
                                      </p:cBhvr>
                                    </p:animEffec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par>
                          <p:cTn id="18" fill="hold">
                            <p:stCondLst>
                              <p:cond delay="1000"/>
                            </p:stCondLst>
                            <p:childTnLst>
                              <p:par>
                                <p:cTn id="19" presetID="1" presetClass="entr" presetSubtype="0" fill="hold" grpId="1" nodeType="after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left)">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right)">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xit" presetSubtype="0" fill="hold" grpId="0" nodeType="clickEffect">
                                  <p:stCondLst>
                                    <p:cond delay="0"/>
                                  </p:stCondLst>
                                  <p:childTnLst>
                                    <p:animEffect transition="out" filter="fade">
                                      <p:cBhvr>
                                        <p:cTn id="42" dur="500"/>
                                        <p:tgtEl>
                                          <p:spTgt spid="14"/>
                                        </p:tgtEl>
                                      </p:cBhvr>
                                    </p:animEffect>
                                    <p:set>
                                      <p:cBhvr>
                                        <p:cTn id="43" dur="1" fill="hold">
                                          <p:stCondLst>
                                            <p:cond delay="499"/>
                                          </p:stCondLst>
                                        </p:cTn>
                                        <p:tgtEl>
                                          <p:spTgt spid="14"/>
                                        </p:tgtEl>
                                        <p:attrNameLst>
                                          <p:attrName>style.visibility</p:attrName>
                                        </p:attrNameLst>
                                      </p:cBhvr>
                                      <p:to>
                                        <p:strVal val="hidden"/>
                                      </p:to>
                                    </p:set>
                                  </p:childTnLst>
                                </p:cTn>
                              </p:par>
                              <p:par>
                                <p:cTn id="44" presetID="10" presetClass="exit" presetSubtype="0" fill="hold" grpId="0" nodeType="withEffect">
                                  <p:stCondLst>
                                    <p:cond delay="0"/>
                                  </p:stCondLst>
                                  <p:childTnLst>
                                    <p:animEffect transition="out" filter="fade">
                                      <p:cBhvr>
                                        <p:cTn id="45" dur="500"/>
                                        <p:tgtEl>
                                          <p:spTgt spid="15"/>
                                        </p:tgtEl>
                                      </p:cBhvr>
                                    </p:animEffect>
                                    <p:set>
                                      <p:cBhvr>
                                        <p:cTn id="46" dur="1" fill="hold">
                                          <p:stCondLst>
                                            <p:cond delay="499"/>
                                          </p:stCondLst>
                                        </p:cTn>
                                        <p:tgtEl>
                                          <p:spTgt spid="15"/>
                                        </p:tgtEl>
                                        <p:attrNameLst>
                                          <p:attrName>style.visibility</p:attrName>
                                        </p:attrNameLst>
                                      </p:cBhvr>
                                      <p:to>
                                        <p:strVal val="hidden"/>
                                      </p:to>
                                    </p:set>
                                  </p:childTnLst>
                                </p:cTn>
                              </p:par>
                              <p:par>
                                <p:cTn id="47" presetID="10" presetClass="exit" presetSubtype="0" fill="hold" grpId="0" nodeType="withEffect">
                                  <p:stCondLst>
                                    <p:cond delay="0"/>
                                  </p:stCondLst>
                                  <p:childTnLst>
                                    <p:animEffect transition="out" filter="fade">
                                      <p:cBhvr>
                                        <p:cTn id="48" dur="500"/>
                                        <p:tgtEl>
                                          <p:spTgt spid="13"/>
                                        </p:tgtEl>
                                      </p:cBhvr>
                                    </p:animEffect>
                                    <p:set>
                                      <p:cBhvr>
                                        <p:cTn id="49" dur="1" fill="hold">
                                          <p:stCondLst>
                                            <p:cond delay="499"/>
                                          </p:stCondLst>
                                        </p:cTn>
                                        <p:tgtEl>
                                          <p:spTgt spid="13"/>
                                        </p:tgtEl>
                                        <p:attrNameLst>
                                          <p:attrName>style.visibility</p:attrName>
                                        </p:attrNameLst>
                                      </p:cBhvr>
                                      <p:to>
                                        <p:strVal val="hidden"/>
                                      </p:to>
                                    </p:set>
                                  </p:childTnLst>
                                </p:cTn>
                              </p:par>
                            </p:childTnLst>
                          </p:cTn>
                        </p:par>
                        <p:par>
                          <p:cTn id="50" fill="hold">
                            <p:stCondLst>
                              <p:cond delay="500"/>
                            </p:stCondLst>
                            <p:childTnLst>
                              <p:par>
                                <p:cTn id="51" presetID="1" presetClass="entr" presetSubtype="0" fill="hold" grpId="0" nodeType="afterEffect">
                                  <p:stCondLst>
                                    <p:cond delay="1000"/>
                                  </p:stCondLst>
                                  <p:childTnLst>
                                    <p:set>
                                      <p:cBhvr>
                                        <p:cTn id="52" dur="1" fill="hold">
                                          <p:stCondLst>
                                            <p:cond delay="0"/>
                                          </p:stCondLst>
                                        </p:cTn>
                                        <p:tgtEl>
                                          <p:spTgt spid="25"/>
                                        </p:tgtEl>
                                        <p:attrNameLst>
                                          <p:attrName>style.visibility</p:attrName>
                                        </p:attrNameLst>
                                      </p:cBhvr>
                                      <p:to>
                                        <p:strVal val="visible"/>
                                      </p:to>
                                    </p:set>
                                  </p:childTnLst>
                                </p:cTn>
                              </p:par>
                            </p:childTnLst>
                          </p:cTn>
                        </p:par>
                        <p:par>
                          <p:cTn id="53" fill="hold">
                            <p:stCondLst>
                              <p:cond delay="1500"/>
                            </p:stCondLst>
                            <p:childTnLst>
                              <p:par>
                                <p:cTn id="54" presetID="1" presetClass="entr" presetSubtype="0" fill="hold" grpId="0" nodeType="afterEffect">
                                  <p:stCondLst>
                                    <p:cond delay="500"/>
                                  </p:stCondLst>
                                  <p:childTnLst>
                                    <p:set>
                                      <p:cBhvr>
                                        <p:cTn id="55" dur="1" fill="hold">
                                          <p:stCondLst>
                                            <p:cond delay="0"/>
                                          </p:stCondLst>
                                        </p:cTn>
                                        <p:tgtEl>
                                          <p:spTgt spid="24"/>
                                        </p:tgtEl>
                                        <p:attrNameLst>
                                          <p:attrName>style.visibility</p:attrName>
                                        </p:attrNameLst>
                                      </p:cBhvr>
                                      <p:to>
                                        <p:strVal val="visible"/>
                                      </p:to>
                                    </p:set>
                                  </p:childTnLst>
                                </p:cTn>
                              </p:par>
                            </p:childTnLst>
                          </p:cTn>
                        </p:par>
                        <p:par>
                          <p:cTn id="56" fill="hold">
                            <p:stCondLst>
                              <p:cond delay="2000"/>
                            </p:stCondLst>
                            <p:childTnLst>
                              <p:par>
                                <p:cTn id="57" presetID="1" presetClass="entr" presetSubtype="0" fill="hold" grpId="0" nodeType="afterEffect">
                                  <p:stCondLst>
                                    <p:cond delay="500"/>
                                  </p:stCondLst>
                                  <p:childTnLst>
                                    <p:set>
                                      <p:cBhvr>
                                        <p:cTn id="58" dur="1" fill="hold">
                                          <p:stCondLst>
                                            <p:cond delay="0"/>
                                          </p:stCondLst>
                                        </p:cTn>
                                        <p:tgtEl>
                                          <p:spTgt spid="2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6" grpId="0" animBg="1"/>
      <p:bldP spid="5" grpId="0" animBg="1"/>
      <p:bldP spid="13" grpId="0"/>
      <p:bldP spid="13" grpId="1"/>
      <p:bldP spid="14" grpId="0"/>
      <p:bldP spid="14" grpId="1"/>
      <p:bldP spid="15" grpId="0"/>
      <p:bldP spid="15" grpId="1"/>
      <p:bldP spid="22" grpId="0" animBg="1"/>
      <p:bldP spid="23" grpId="0" animBg="1"/>
      <p:bldP spid="24" grpId="0"/>
      <p:bldP spid="25" grpId="0"/>
      <p:bldP spid="26" grpId="0"/>
      <p:bldP spid="27" grpId="0"/>
      <p:bldP spid="28" grpId="0"/>
      <p:bldP spid="29" grpId="0" animBg="1"/>
      <p:bldP spid="3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25895-15D1-AC91-D71D-55E05D907555}"/>
            </a:ext>
          </a:extLst>
        </p:cNvPr>
        <p:cNvGrpSpPr/>
        <p:nvPr/>
      </p:nvGrpSpPr>
      <p:grpSpPr>
        <a:xfrm>
          <a:off x="0" y="0"/>
          <a:ext cx="0" cy="0"/>
          <a:chOff x="0" y="0"/>
          <a:chExt cx="0" cy="0"/>
        </a:xfrm>
      </p:grpSpPr>
      <p:sp>
        <p:nvSpPr>
          <p:cNvPr id="64" name="Arc 63">
            <a:extLst>
              <a:ext uri="{FF2B5EF4-FFF2-40B4-BE49-F238E27FC236}">
                <a16:creationId xmlns:a16="http://schemas.microsoft.com/office/drawing/2014/main" id="{5C281F03-697A-8D61-B01E-ACDA4307C9B9}"/>
              </a:ext>
            </a:extLst>
          </p:cNvPr>
          <p:cNvSpPr/>
          <p:nvPr/>
        </p:nvSpPr>
        <p:spPr>
          <a:xfrm rot="5400000">
            <a:off x="7725712" y="3200170"/>
            <a:ext cx="793426" cy="1210762"/>
          </a:xfrm>
          <a:prstGeom prst="arc">
            <a:avLst>
              <a:gd name="adj1" fmla="val 13029333"/>
              <a:gd name="adj2" fmla="val 295113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65" name="Arc 64">
            <a:extLst>
              <a:ext uri="{FF2B5EF4-FFF2-40B4-BE49-F238E27FC236}">
                <a16:creationId xmlns:a16="http://schemas.microsoft.com/office/drawing/2014/main" id="{DC6676DE-AC30-2385-1F89-7CFEC6151543}"/>
              </a:ext>
            </a:extLst>
          </p:cNvPr>
          <p:cNvSpPr/>
          <p:nvPr/>
        </p:nvSpPr>
        <p:spPr>
          <a:xfrm rot="16200000" flipV="1">
            <a:off x="7725715" y="2496118"/>
            <a:ext cx="793421" cy="1210762"/>
          </a:xfrm>
          <a:prstGeom prst="arc">
            <a:avLst>
              <a:gd name="adj1" fmla="val 13029333"/>
              <a:gd name="adj2" fmla="val 295113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52" name="Arc 51">
            <a:extLst>
              <a:ext uri="{FF2B5EF4-FFF2-40B4-BE49-F238E27FC236}">
                <a16:creationId xmlns:a16="http://schemas.microsoft.com/office/drawing/2014/main" id="{C4D21AFC-C68E-CBFA-F1DA-1E58067FBEA6}"/>
              </a:ext>
            </a:extLst>
          </p:cNvPr>
          <p:cNvSpPr/>
          <p:nvPr/>
        </p:nvSpPr>
        <p:spPr>
          <a:xfrm rot="5622150">
            <a:off x="3481968" y="750166"/>
            <a:ext cx="1677436" cy="5204096"/>
          </a:xfrm>
          <a:prstGeom prst="arc">
            <a:avLst>
              <a:gd name="adj1" fmla="val 16338857"/>
              <a:gd name="adj2" fmla="val 171277"/>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p:cxnSp>
        <p:nvCxnSpPr>
          <p:cNvPr id="40" name="Straight Arrow Connector 39">
            <a:extLst>
              <a:ext uri="{FF2B5EF4-FFF2-40B4-BE49-F238E27FC236}">
                <a16:creationId xmlns:a16="http://schemas.microsoft.com/office/drawing/2014/main" id="{671FB2C6-570B-B0A3-B8A4-2DAB74D270AE}"/>
              </a:ext>
            </a:extLst>
          </p:cNvPr>
          <p:cNvCxnSpPr>
            <a:cxnSpLocks/>
          </p:cNvCxnSpPr>
          <p:nvPr/>
        </p:nvCxnSpPr>
        <p:spPr>
          <a:xfrm>
            <a:off x="4148610" y="3892819"/>
            <a:ext cx="0" cy="623696"/>
          </a:xfrm>
          <a:prstGeom prst="straightConnector1">
            <a:avLst/>
          </a:prstGeom>
          <a:ln w="7620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A6EBA274-500C-746E-2BC9-27DD0C85D2EA}"/>
              </a:ext>
            </a:extLst>
          </p:cNvPr>
          <p:cNvSpPr>
            <a:spLocks noGrp="1"/>
          </p:cNvSpPr>
          <p:nvPr>
            <p:ph type="title"/>
          </p:nvPr>
        </p:nvSpPr>
        <p:spPr/>
        <p:txBody>
          <a:bodyPr/>
          <a:lstStyle/>
          <a:p>
            <a:r>
              <a:rPr lang="en-GB" dirty="0"/>
              <a:t>System Dynamics Example</a:t>
            </a:r>
          </a:p>
        </p:txBody>
      </p:sp>
      <p:pic>
        <p:nvPicPr>
          <p:cNvPr id="7" name="Picture 2" descr="University of Birmingham Logo PNG Vector (EPS) Free Download">
            <a:extLst>
              <a:ext uri="{FF2B5EF4-FFF2-40B4-BE49-F238E27FC236}">
                <a16:creationId xmlns:a16="http://schemas.microsoft.com/office/drawing/2014/main" id="{A1479619-E216-5F8C-17E9-A2CC5DD3ECA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533" b="38889"/>
          <a:stretch>
            <a:fillRect/>
          </a:stretch>
        </p:blipFill>
        <p:spPr bwMode="auto">
          <a:xfrm>
            <a:off x="9702800" y="6161944"/>
            <a:ext cx="2407920" cy="543655"/>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Arrow Connector 8">
            <a:extLst>
              <a:ext uri="{FF2B5EF4-FFF2-40B4-BE49-F238E27FC236}">
                <a16:creationId xmlns:a16="http://schemas.microsoft.com/office/drawing/2014/main" id="{0D174B01-6F16-8383-D40A-8736108B75D9}"/>
              </a:ext>
            </a:extLst>
          </p:cNvPr>
          <p:cNvCxnSpPr>
            <a:cxnSpLocks/>
            <a:endCxn id="31" idx="0"/>
          </p:cNvCxnSpPr>
          <p:nvPr/>
        </p:nvCxnSpPr>
        <p:spPr>
          <a:xfrm>
            <a:off x="4148611" y="2415785"/>
            <a:ext cx="0" cy="623696"/>
          </a:xfrm>
          <a:prstGeom prst="straightConnector1">
            <a:avLst/>
          </a:prstGeom>
          <a:ln w="7620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22" name="Cloud 21">
            <a:extLst>
              <a:ext uri="{FF2B5EF4-FFF2-40B4-BE49-F238E27FC236}">
                <a16:creationId xmlns:a16="http://schemas.microsoft.com/office/drawing/2014/main" id="{3406C33B-3D47-9194-A942-EBB93375B67E}"/>
              </a:ext>
            </a:extLst>
          </p:cNvPr>
          <p:cNvSpPr/>
          <p:nvPr/>
        </p:nvSpPr>
        <p:spPr>
          <a:xfrm>
            <a:off x="3937870" y="2167390"/>
            <a:ext cx="406400" cy="313266"/>
          </a:xfrm>
          <a:prstGeom prst="cloud">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1" name="Cloud 40">
            <a:extLst>
              <a:ext uri="{FF2B5EF4-FFF2-40B4-BE49-F238E27FC236}">
                <a16:creationId xmlns:a16="http://schemas.microsoft.com/office/drawing/2014/main" id="{E434DD0E-269C-2A8E-2091-68941C11F461}"/>
              </a:ext>
            </a:extLst>
          </p:cNvPr>
          <p:cNvSpPr/>
          <p:nvPr/>
        </p:nvSpPr>
        <p:spPr>
          <a:xfrm>
            <a:off x="3945410" y="4438728"/>
            <a:ext cx="406400" cy="313266"/>
          </a:xfrm>
          <a:prstGeom prst="cloud">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42" name="Straight Arrow Connector 41">
            <a:extLst>
              <a:ext uri="{FF2B5EF4-FFF2-40B4-BE49-F238E27FC236}">
                <a16:creationId xmlns:a16="http://schemas.microsoft.com/office/drawing/2014/main" id="{5F085D11-FB35-BFE3-C8B0-75111BFAE47C}"/>
              </a:ext>
            </a:extLst>
          </p:cNvPr>
          <p:cNvCxnSpPr>
            <a:cxnSpLocks/>
          </p:cNvCxnSpPr>
          <p:nvPr/>
        </p:nvCxnSpPr>
        <p:spPr>
          <a:xfrm>
            <a:off x="7669499" y="3892819"/>
            <a:ext cx="0" cy="623696"/>
          </a:xfrm>
          <a:prstGeom prst="straightConnector1">
            <a:avLst/>
          </a:prstGeom>
          <a:ln w="7620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B4FC42CB-D72E-8E92-010C-9E40D7AF99DE}"/>
              </a:ext>
            </a:extLst>
          </p:cNvPr>
          <p:cNvCxnSpPr>
            <a:cxnSpLocks/>
          </p:cNvCxnSpPr>
          <p:nvPr/>
        </p:nvCxnSpPr>
        <p:spPr>
          <a:xfrm>
            <a:off x="7669500" y="2415785"/>
            <a:ext cx="0" cy="623696"/>
          </a:xfrm>
          <a:prstGeom prst="straightConnector1">
            <a:avLst/>
          </a:prstGeom>
          <a:ln w="7620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44" name="Cloud 43">
            <a:extLst>
              <a:ext uri="{FF2B5EF4-FFF2-40B4-BE49-F238E27FC236}">
                <a16:creationId xmlns:a16="http://schemas.microsoft.com/office/drawing/2014/main" id="{602CA5E9-76FF-EA88-B56D-3AF1BCA8E7AE}"/>
              </a:ext>
            </a:extLst>
          </p:cNvPr>
          <p:cNvSpPr/>
          <p:nvPr/>
        </p:nvSpPr>
        <p:spPr>
          <a:xfrm>
            <a:off x="7458759" y="2167390"/>
            <a:ext cx="406400" cy="313266"/>
          </a:xfrm>
          <a:prstGeom prst="cloud">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5" name="Cloud 44">
            <a:extLst>
              <a:ext uri="{FF2B5EF4-FFF2-40B4-BE49-F238E27FC236}">
                <a16:creationId xmlns:a16="http://schemas.microsoft.com/office/drawing/2014/main" id="{709AB43F-C1E7-00A1-5EE3-D49BF27CEF36}"/>
              </a:ext>
            </a:extLst>
          </p:cNvPr>
          <p:cNvSpPr/>
          <p:nvPr/>
        </p:nvSpPr>
        <p:spPr>
          <a:xfrm>
            <a:off x="7466299" y="4438728"/>
            <a:ext cx="406400" cy="313266"/>
          </a:xfrm>
          <a:prstGeom prst="cloud">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8" name="Arc 47">
            <a:extLst>
              <a:ext uri="{FF2B5EF4-FFF2-40B4-BE49-F238E27FC236}">
                <a16:creationId xmlns:a16="http://schemas.microsoft.com/office/drawing/2014/main" id="{DBD1002B-5E0B-D072-942F-705D45416F9B}"/>
              </a:ext>
            </a:extLst>
          </p:cNvPr>
          <p:cNvSpPr/>
          <p:nvPr/>
        </p:nvSpPr>
        <p:spPr>
          <a:xfrm rot="16200000" flipH="1">
            <a:off x="3285244" y="3212796"/>
            <a:ext cx="793426" cy="1210762"/>
          </a:xfrm>
          <a:prstGeom prst="arc">
            <a:avLst>
              <a:gd name="adj1" fmla="val 13029333"/>
              <a:gd name="adj2" fmla="val 295113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49" name="Arc 48">
            <a:extLst>
              <a:ext uri="{FF2B5EF4-FFF2-40B4-BE49-F238E27FC236}">
                <a16:creationId xmlns:a16="http://schemas.microsoft.com/office/drawing/2014/main" id="{700E8CC3-0686-5C20-980E-8873BD6298BA}"/>
              </a:ext>
            </a:extLst>
          </p:cNvPr>
          <p:cNvSpPr/>
          <p:nvPr/>
        </p:nvSpPr>
        <p:spPr>
          <a:xfrm rot="5400000" flipH="1" flipV="1">
            <a:off x="3285247" y="2508744"/>
            <a:ext cx="793421" cy="1210762"/>
          </a:xfrm>
          <a:prstGeom prst="arc">
            <a:avLst>
              <a:gd name="adj1" fmla="val 13029333"/>
              <a:gd name="adj2" fmla="val 295113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31" name="Rectangle 30">
            <a:extLst>
              <a:ext uri="{FF2B5EF4-FFF2-40B4-BE49-F238E27FC236}">
                <a16:creationId xmlns:a16="http://schemas.microsoft.com/office/drawing/2014/main" id="{56772E76-D704-2805-7B1E-F667FACB4CE7}"/>
              </a:ext>
            </a:extLst>
          </p:cNvPr>
          <p:cNvSpPr/>
          <p:nvPr/>
        </p:nvSpPr>
        <p:spPr>
          <a:xfrm>
            <a:off x="3313010" y="3039481"/>
            <a:ext cx="1671201" cy="85333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b="1" dirty="0">
              <a:solidFill>
                <a:sysClr val="windowText" lastClr="000000"/>
              </a:solidFill>
            </a:endParaRPr>
          </a:p>
        </p:txBody>
      </p:sp>
      <p:pic>
        <p:nvPicPr>
          <p:cNvPr id="28" name="Graphic 27" descr="Rabbit outline">
            <a:extLst>
              <a:ext uri="{FF2B5EF4-FFF2-40B4-BE49-F238E27FC236}">
                <a16:creationId xmlns:a16="http://schemas.microsoft.com/office/drawing/2014/main" id="{52D31FA7-06F7-3F08-7301-A830040A38C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18506" y="3039480"/>
            <a:ext cx="845127" cy="845127"/>
          </a:xfrm>
          <a:prstGeom prst="rect">
            <a:avLst/>
          </a:prstGeom>
        </p:spPr>
      </p:pic>
      <p:sp>
        <p:nvSpPr>
          <p:cNvPr id="32" name="Rectangle 31">
            <a:extLst>
              <a:ext uri="{FF2B5EF4-FFF2-40B4-BE49-F238E27FC236}">
                <a16:creationId xmlns:a16="http://schemas.microsoft.com/office/drawing/2014/main" id="{891FD40B-BEC0-044E-5E15-36A6AEB69AD5}"/>
              </a:ext>
            </a:extLst>
          </p:cNvPr>
          <p:cNvSpPr/>
          <p:nvPr/>
        </p:nvSpPr>
        <p:spPr>
          <a:xfrm>
            <a:off x="6794802" y="3035375"/>
            <a:ext cx="1671201" cy="85333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b="1" dirty="0">
              <a:solidFill>
                <a:sysClr val="windowText" lastClr="000000"/>
              </a:solidFill>
            </a:endParaRPr>
          </a:p>
        </p:txBody>
      </p:sp>
      <p:pic>
        <p:nvPicPr>
          <p:cNvPr id="30" name="Graphic 29" descr="Fox outline">
            <a:extLst>
              <a:ext uri="{FF2B5EF4-FFF2-40B4-BE49-F238E27FC236}">
                <a16:creationId xmlns:a16="http://schemas.microsoft.com/office/drawing/2014/main" id="{19606D26-54F5-C735-306C-2536F06A4AA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7174663" y="2969262"/>
            <a:ext cx="989671" cy="989671"/>
          </a:xfrm>
          <a:prstGeom prst="rect">
            <a:avLst/>
          </a:prstGeom>
        </p:spPr>
      </p:pic>
      <p:sp>
        <p:nvSpPr>
          <p:cNvPr id="54" name="TextBox 53">
            <a:extLst>
              <a:ext uri="{FF2B5EF4-FFF2-40B4-BE49-F238E27FC236}">
                <a16:creationId xmlns:a16="http://schemas.microsoft.com/office/drawing/2014/main" id="{77BC458A-F427-EE47-FF6C-58DD794B9DD5}"/>
              </a:ext>
            </a:extLst>
          </p:cNvPr>
          <p:cNvSpPr txBox="1"/>
          <p:nvPr/>
        </p:nvSpPr>
        <p:spPr>
          <a:xfrm>
            <a:off x="1781761" y="2058090"/>
            <a:ext cx="1178201" cy="553998"/>
          </a:xfrm>
          <a:prstGeom prst="rect">
            <a:avLst/>
          </a:prstGeom>
          <a:noFill/>
        </p:spPr>
        <p:txBody>
          <a:bodyPr wrap="square" rtlCol="0">
            <a:spAutoFit/>
          </a:bodyPr>
          <a:lstStyle/>
          <a:p>
            <a:pPr algn="ctr"/>
            <a:r>
              <a:rPr lang="en-GB" dirty="0">
                <a:solidFill>
                  <a:srgbClr val="C00000"/>
                </a:solidFill>
              </a:rPr>
              <a:t>Rabbit birth rate</a:t>
            </a:r>
          </a:p>
        </p:txBody>
      </p:sp>
      <p:sp>
        <p:nvSpPr>
          <p:cNvPr id="56" name="TextBox 55">
            <a:extLst>
              <a:ext uri="{FF2B5EF4-FFF2-40B4-BE49-F238E27FC236}">
                <a16:creationId xmlns:a16="http://schemas.microsoft.com/office/drawing/2014/main" id="{026DB996-9E6F-B61A-A69B-82DA004CB7FF}"/>
              </a:ext>
            </a:extLst>
          </p:cNvPr>
          <p:cNvSpPr txBox="1"/>
          <p:nvPr/>
        </p:nvSpPr>
        <p:spPr>
          <a:xfrm>
            <a:off x="1669908" y="4516515"/>
            <a:ext cx="1380539" cy="553998"/>
          </a:xfrm>
          <a:prstGeom prst="rect">
            <a:avLst/>
          </a:prstGeom>
          <a:noFill/>
        </p:spPr>
        <p:txBody>
          <a:bodyPr wrap="square" rtlCol="0">
            <a:spAutoFit/>
          </a:bodyPr>
          <a:lstStyle/>
          <a:p>
            <a:pPr algn="ctr"/>
            <a:r>
              <a:rPr lang="en-GB" dirty="0">
                <a:solidFill>
                  <a:srgbClr val="C00000"/>
                </a:solidFill>
              </a:rPr>
              <a:t>Rabbit natural death rate</a:t>
            </a:r>
          </a:p>
        </p:txBody>
      </p:sp>
      <p:sp>
        <p:nvSpPr>
          <p:cNvPr id="57" name="TextBox 56">
            <a:extLst>
              <a:ext uri="{FF2B5EF4-FFF2-40B4-BE49-F238E27FC236}">
                <a16:creationId xmlns:a16="http://schemas.microsoft.com/office/drawing/2014/main" id="{CEB3B208-BAE9-5FDD-CF8A-51474D15EDAB}"/>
              </a:ext>
            </a:extLst>
          </p:cNvPr>
          <p:cNvSpPr txBox="1"/>
          <p:nvPr/>
        </p:nvSpPr>
        <p:spPr>
          <a:xfrm>
            <a:off x="8927470" y="2070218"/>
            <a:ext cx="1178201" cy="553998"/>
          </a:xfrm>
          <a:prstGeom prst="rect">
            <a:avLst/>
          </a:prstGeom>
          <a:noFill/>
        </p:spPr>
        <p:txBody>
          <a:bodyPr wrap="square" rtlCol="0">
            <a:spAutoFit/>
          </a:bodyPr>
          <a:lstStyle/>
          <a:p>
            <a:pPr algn="ctr"/>
            <a:r>
              <a:rPr lang="en-GB" dirty="0">
                <a:solidFill>
                  <a:srgbClr val="C00000"/>
                </a:solidFill>
              </a:rPr>
              <a:t>Fox birth rate</a:t>
            </a:r>
          </a:p>
        </p:txBody>
      </p:sp>
      <p:sp>
        <p:nvSpPr>
          <p:cNvPr id="59" name="TextBox 58">
            <a:extLst>
              <a:ext uri="{FF2B5EF4-FFF2-40B4-BE49-F238E27FC236}">
                <a16:creationId xmlns:a16="http://schemas.microsoft.com/office/drawing/2014/main" id="{DC16122C-178A-2753-FA23-74050239FD36}"/>
              </a:ext>
            </a:extLst>
          </p:cNvPr>
          <p:cNvSpPr txBox="1"/>
          <p:nvPr/>
        </p:nvSpPr>
        <p:spPr>
          <a:xfrm>
            <a:off x="5258415" y="4793514"/>
            <a:ext cx="1380539" cy="553998"/>
          </a:xfrm>
          <a:prstGeom prst="rect">
            <a:avLst/>
          </a:prstGeom>
          <a:noFill/>
        </p:spPr>
        <p:txBody>
          <a:bodyPr wrap="square" rtlCol="0">
            <a:spAutoFit/>
          </a:bodyPr>
          <a:lstStyle/>
          <a:p>
            <a:pPr algn="ctr"/>
            <a:r>
              <a:rPr lang="en-GB" dirty="0">
                <a:solidFill>
                  <a:srgbClr val="C00000"/>
                </a:solidFill>
              </a:rPr>
              <a:t>Rabbit predation rate</a:t>
            </a:r>
          </a:p>
        </p:txBody>
      </p:sp>
      <p:sp>
        <p:nvSpPr>
          <p:cNvPr id="61" name="Arc 60">
            <a:extLst>
              <a:ext uri="{FF2B5EF4-FFF2-40B4-BE49-F238E27FC236}">
                <a16:creationId xmlns:a16="http://schemas.microsoft.com/office/drawing/2014/main" id="{A2D9C503-933A-4F76-5B73-582DFD42B1BB}"/>
              </a:ext>
            </a:extLst>
          </p:cNvPr>
          <p:cNvSpPr/>
          <p:nvPr/>
        </p:nvSpPr>
        <p:spPr>
          <a:xfrm rot="5622150" flipV="1">
            <a:off x="3342161" y="908448"/>
            <a:ext cx="718678" cy="2577429"/>
          </a:xfrm>
          <a:prstGeom prst="arc">
            <a:avLst>
              <a:gd name="adj1" fmla="val 17129061"/>
              <a:gd name="adj2" fmla="val 2951872"/>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62" name="Arc 61">
            <a:extLst>
              <a:ext uri="{FF2B5EF4-FFF2-40B4-BE49-F238E27FC236}">
                <a16:creationId xmlns:a16="http://schemas.microsoft.com/office/drawing/2014/main" id="{F6D1A021-DD1F-5211-AB10-569CE3DF25E1}"/>
              </a:ext>
            </a:extLst>
          </p:cNvPr>
          <p:cNvSpPr/>
          <p:nvPr/>
        </p:nvSpPr>
        <p:spPr>
          <a:xfrm rot="15977850">
            <a:off x="3257336" y="3446422"/>
            <a:ext cx="718678" cy="2577429"/>
          </a:xfrm>
          <a:prstGeom prst="arc">
            <a:avLst>
              <a:gd name="adj1" fmla="val 17129061"/>
              <a:gd name="adj2" fmla="val 2951872"/>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66" name="Arc 65">
            <a:extLst>
              <a:ext uri="{FF2B5EF4-FFF2-40B4-BE49-F238E27FC236}">
                <a16:creationId xmlns:a16="http://schemas.microsoft.com/office/drawing/2014/main" id="{28AAA4A9-BB7D-3887-9F64-46A9D523A360}"/>
              </a:ext>
            </a:extLst>
          </p:cNvPr>
          <p:cNvSpPr/>
          <p:nvPr/>
        </p:nvSpPr>
        <p:spPr>
          <a:xfrm rot="15977850" flipH="1" flipV="1">
            <a:off x="7784504" y="925954"/>
            <a:ext cx="718678" cy="2577429"/>
          </a:xfrm>
          <a:prstGeom prst="arc">
            <a:avLst>
              <a:gd name="adj1" fmla="val 17129061"/>
              <a:gd name="adj2" fmla="val 2951872"/>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67" name="Arc 66">
            <a:extLst>
              <a:ext uri="{FF2B5EF4-FFF2-40B4-BE49-F238E27FC236}">
                <a16:creationId xmlns:a16="http://schemas.microsoft.com/office/drawing/2014/main" id="{34ECF930-F64A-3BB0-5A1D-298BB56CDB8F}"/>
              </a:ext>
            </a:extLst>
          </p:cNvPr>
          <p:cNvSpPr/>
          <p:nvPr/>
        </p:nvSpPr>
        <p:spPr>
          <a:xfrm rot="5622150" flipH="1">
            <a:off x="7825801" y="3478364"/>
            <a:ext cx="718678" cy="2577429"/>
          </a:xfrm>
          <a:prstGeom prst="arc">
            <a:avLst>
              <a:gd name="adj1" fmla="val 17129061"/>
              <a:gd name="adj2" fmla="val 2951872"/>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p:sp>
        <p:nvSpPr>
          <p:cNvPr id="69" name="Arc 68">
            <a:extLst>
              <a:ext uri="{FF2B5EF4-FFF2-40B4-BE49-F238E27FC236}">
                <a16:creationId xmlns:a16="http://schemas.microsoft.com/office/drawing/2014/main" id="{1FC22EEE-C710-3C57-4130-D635C97303A2}"/>
              </a:ext>
            </a:extLst>
          </p:cNvPr>
          <p:cNvSpPr/>
          <p:nvPr/>
        </p:nvSpPr>
        <p:spPr>
          <a:xfrm rot="5622150" flipH="1">
            <a:off x="4298811" y="3458136"/>
            <a:ext cx="718678" cy="2577429"/>
          </a:xfrm>
          <a:prstGeom prst="arc">
            <a:avLst>
              <a:gd name="adj1" fmla="val 16187060"/>
              <a:gd name="adj2" fmla="val 2951872"/>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p:sp>
        <p:nvSpPr>
          <p:cNvPr id="70" name="TextBox 69">
            <a:extLst>
              <a:ext uri="{FF2B5EF4-FFF2-40B4-BE49-F238E27FC236}">
                <a16:creationId xmlns:a16="http://schemas.microsoft.com/office/drawing/2014/main" id="{DAC1E97C-3350-1B0A-E68B-35F1D5148570}"/>
              </a:ext>
            </a:extLst>
          </p:cNvPr>
          <p:cNvSpPr txBox="1"/>
          <p:nvPr/>
        </p:nvSpPr>
        <p:spPr>
          <a:xfrm>
            <a:off x="8706354" y="4579189"/>
            <a:ext cx="1178201" cy="553998"/>
          </a:xfrm>
          <a:prstGeom prst="rect">
            <a:avLst/>
          </a:prstGeom>
          <a:noFill/>
        </p:spPr>
        <p:txBody>
          <a:bodyPr wrap="square" rtlCol="0">
            <a:spAutoFit/>
          </a:bodyPr>
          <a:lstStyle/>
          <a:p>
            <a:pPr algn="ctr"/>
            <a:r>
              <a:rPr lang="en-GB" dirty="0">
                <a:solidFill>
                  <a:srgbClr val="C00000"/>
                </a:solidFill>
              </a:rPr>
              <a:t>Fox death rate</a:t>
            </a:r>
          </a:p>
        </p:txBody>
      </p:sp>
    </p:spTree>
    <p:extLst>
      <p:ext uri="{BB962C8B-B14F-4D97-AF65-F5344CB8AC3E}">
        <p14:creationId xmlns:p14="http://schemas.microsoft.com/office/powerpoint/2010/main" val="3036969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5" grpId="0" animBg="1"/>
      <p:bldP spid="52" grpId="0" animBg="1"/>
      <p:bldP spid="48" grpId="0" animBg="1"/>
      <p:bldP spid="49" grpId="0" animBg="1"/>
      <p:bldP spid="54" grpId="0"/>
      <p:bldP spid="56" grpId="0"/>
      <p:bldP spid="57" grpId="0"/>
      <p:bldP spid="59" grpId="0"/>
      <p:bldP spid="61" grpId="0" animBg="1"/>
      <p:bldP spid="62" grpId="0" animBg="1"/>
      <p:bldP spid="66" grpId="0" animBg="1"/>
      <p:bldP spid="67" grpId="0" animBg="1"/>
      <p:bldP spid="69" grpId="0" animBg="1"/>
      <p:bldP spid="7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6F224-541C-08F2-01F8-0AD2A800F8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AD4BEA-2BC6-1CC4-D6AD-2335EF232D6D}"/>
              </a:ext>
            </a:extLst>
          </p:cNvPr>
          <p:cNvSpPr>
            <a:spLocks noGrp="1"/>
          </p:cNvSpPr>
          <p:nvPr>
            <p:ph type="title"/>
          </p:nvPr>
        </p:nvSpPr>
        <p:spPr/>
        <p:txBody>
          <a:bodyPr/>
          <a:lstStyle/>
          <a:p>
            <a:r>
              <a:rPr lang="en-GB" dirty="0"/>
              <a:t>System Dynamics Example - Simulation</a:t>
            </a:r>
          </a:p>
        </p:txBody>
      </p:sp>
      <p:pic>
        <p:nvPicPr>
          <p:cNvPr id="7" name="Picture 2" descr="University of Birmingham Logo PNG Vector (EPS) Free Download">
            <a:extLst>
              <a:ext uri="{FF2B5EF4-FFF2-40B4-BE49-F238E27FC236}">
                <a16:creationId xmlns:a16="http://schemas.microsoft.com/office/drawing/2014/main" id="{52675A50-F7B6-C5C1-35E7-12084ABEF70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533" b="38889"/>
          <a:stretch>
            <a:fillRect/>
          </a:stretch>
        </p:blipFill>
        <p:spPr bwMode="auto">
          <a:xfrm>
            <a:off x="9702800" y="6161944"/>
            <a:ext cx="2407920" cy="54365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54D04EB0-7283-E9FD-2D02-148A977B7AD8}"/>
              </a:ext>
            </a:extLst>
          </p:cNvPr>
          <p:cNvPicPr>
            <a:picLocks noChangeAspect="1"/>
          </p:cNvPicPr>
          <p:nvPr/>
        </p:nvPicPr>
        <p:blipFill>
          <a:blip r:embed="rId3"/>
          <a:stretch>
            <a:fillRect/>
          </a:stretch>
        </p:blipFill>
        <p:spPr>
          <a:xfrm>
            <a:off x="2106584" y="1268760"/>
            <a:ext cx="7978831" cy="4465707"/>
          </a:xfrm>
          <a:prstGeom prst="rect">
            <a:avLst/>
          </a:prstGeom>
        </p:spPr>
      </p:pic>
    </p:spTree>
    <p:extLst>
      <p:ext uri="{BB962C8B-B14F-4D97-AF65-F5344CB8AC3E}">
        <p14:creationId xmlns:p14="http://schemas.microsoft.com/office/powerpoint/2010/main" val="3053502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1D7BA-6A9F-512D-D278-F70A95D6DA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72B5E7-A3D6-6E4A-D9E3-A326DFC90FA9}"/>
              </a:ext>
            </a:extLst>
          </p:cNvPr>
          <p:cNvSpPr>
            <a:spLocks noGrp="1"/>
          </p:cNvSpPr>
          <p:nvPr>
            <p:ph type="title"/>
          </p:nvPr>
        </p:nvSpPr>
        <p:spPr/>
        <p:txBody>
          <a:bodyPr/>
          <a:lstStyle/>
          <a:p>
            <a:r>
              <a:rPr lang="en-GB" dirty="0"/>
              <a:t>System Dynamics Example - Simulation</a:t>
            </a:r>
          </a:p>
        </p:txBody>
      </p:sp>
      <p:pic>
        <p:nvPicPr>
          <p:cNvPr id="7" name="Picture 2" descr="University of Birmingham Logo PNG Vector (EPS) Free Download">
            <a:extLst>
              <a:ext uri="{FF2B5EF4-FFF2-40B4-BE49-F238E27FC236}">
                <a16:creationId xmlns:a16="http://schemas.microsoft.com/office/drawing/2014/main" id="{190A2A05-45AC-28F8-EFD5-26230D49325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8533" b="38889"/>
          <a:stretch>
            <a:fillRect/>
          </a:stretch>
        </p:blipFill>
        <p:spPr bwMode="auto">
          <a:xfrm>
            <a:off x="9702800" y="6161944"/>
            <a:ext cx="2407920" cy="543655"/>
          </a:xfrm>
          <a:prstGeom prst="rect">
            <a:avLst/>
          </a:prstGeom>
          <a:noFill/>
          <a:extLst>
            <a:ext uri="{909E8E84-426E-40DD-AFC4-6F175D3DCCD1}">
              <a14:hiddenFill xmlns:a14="http://schemas.microsoft.com/office/drawing/2010/main">
                <a:solidFill>
                  <a:srgbClr val="FFFFFF"/>
                </a:solidFill>
              </a14:hiddenFill>
            </a:ext>
          </a:extLst>
        </p:spPr>
      </p:pic>
      <p:pic>
        <p:nvPicPr>
          <p:cNvPr id="3" name="rabbit-fox-1">
            <a:hlinkClick r:id="" action="ppaction://media"/>
            <a:extLst>
              <a:ext uri="{FF2B5EF4-FFF2-40B4-BE49-F238E27FC236}">
                <a16:creationId xmlns:a16="http://schemas.microsoft.com/office/drawing/2014/main" id="{3EA7B73A-1A05-C034-80E0-1473E9D04ECE}"/>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257425" y="1437930"/>
            <a:ext cx="7278688" cy="4554844"/>
          </a:xfrm>
          <a:prstGeom prst="rect">
            <a:avLst/>
          </a:prstGeom>
        </p:spPr>
      </p:pic>
    </p:spTree>
    <p:extLst>
      <p:ext uri="{BB962C8B-B14F-4D97-AF65-F5344CB8AC3E}">
        <p14:creationId xmlns:p14="http://schemas.microsoft.com/office/powerpoint/2010/main" val="3229511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37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FB0B9-C718-891C-B667-DFB796BD269C}"/>
            </a:ext>
          </a:extLst>
        </p:cNvPr>
        <p:cNvGrpSpPr/>
        <p:nvPr/>
      </p:nvGrpSpPr>
      <p:grpSpPr>
        <a:xfrm>
          <a:off x="0" y="0"/>
          <a:ext cx="0" cy="0"/>
          <a:chOff x="0" y="0"/>
          <a:chExt cx="0" cy="0"/>
        </a:xfrm>
      </p:grpSpPr>
      <p:sp>
        <p:nvSpPr>
          <p:cNvPr id="39" name="Arc 38">
            <a:extLst>
              <a:ext uri="{FF2B5EF4-FFF2-40B4-BE49-F238E27FC236}">
                <a16:creationId xmlns:a16="http://schemas.microsoft.com/office/drawing/2014/main" id="{B63C8D1E-4A44-6238-4B53-7E1DAFF4E459}"/>
              </a:ext>
            </a:extLst>
          </p:cNvPr>
          <p:cNvSpPr/>
          <p:nvPr/>
        </p:nvSpPr>
        <p:spPr>
          <a:xfrm rot="15977850" flipH="1">
            <a:off x="6634787" y="751906"/>
            <a:ext cx="1677436" cy="5204096"/>
          </a:xfrm>
          <a:prstGeom prst="arc">
            <a:avLst>
              <a:gd name="adj1" fmla="val 16338857"/>
              <a:gd name="adj2" fmla="val 171277"/>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 name="Title 1">
            <a:extLst>
              <a:ext uri="{FF2B5EF4-FFF2-40B4-BE49-F238E27FC236}">
                <a16:creationId xmlns:a16="http://schemas.microsoft.com/office/drawing/2014/main" id="{36AF35BB-EB84-5733-416F-68A7E4B92243}"/>
              </a:ext>
            </a:extLst>
          </p:cNvPr>
          <p:cNvSpPr>
            <a:spLocks noGrp="1"/>
          </p:cNvSpPr>
          <p:nvPr>
            <p:ph type="title"/>
          </p:nvPr>
        </p:nvSpPr>
        <p:spPr/>
        <p:txBody>
          <a:bodyPr/>
          <a:lstStyle/>
          <a:p>
            <a:r>
              <a:rPr lang="en-GB" dirty="0"/>
              <a:t>System Dynamics Example 2</a:t>
            </a:r>
          </a:p>
        </p:txBody>
      </p:sp>
      <p:pic>
        <p:nvPicPr>
          <p:cNvPr id="7" name="Picture 2" descr="University of Birmingham Logo PNG Vector (EPS) Free Download">
            <a:extLst>
              <a:ext uri="{FF2B5EF4-FFF2-40B4-BE49-F238E27FC236}">
                <a16:creationId xmlns:a16="http://schemas.microsoft.com/office/drawing/2014/main" id="{2C4BB31C-E2A2-F546-BC5B-7545E2F74D3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533" b="38889"/>
          <a:stretch>
            <a:fillRect/>
          </a:stretch>
        </p:blipFill>
        <p:spPr bwMode="auto">
          <a:xfrm>
            <a:off x="9702800" y="6161944"/>
            <a:ext cx="2407920" cy="543655"/>
          </a:xfrm>
          <a:prstGeom prst="rect">
            <a:avLst/>
          </a:prstGeom>
          <a:noFill/>
          <a:extLst>
            <a:ext uri="{909E8E84-426E-40DD-AFC4-6F175D3DCCD1}">
              <a14:hiddenFill xmlns:a14="http://schemas.microsoft.com/office/drawing/2010/main">
                <a:solidFill>
                  <a:srgbClr val="FFFFFF"/>
                </a:solidFill>
              </a14:hiddenFill>
            </a:ext>
          </a:extLst>
        </p:spPr>
      </p:pic>
      <p:sp>
        <p:nvSpPr>
          <p:cNvPr id="5" name="Arc 4">
            <a:extLst>
              <a:ext uri="{FF2B5EF4-FFF2-40B4-BE49-F238E27FC236}">
                <a16:creationId xmlns:a16="http://schemas.microsoft.com/office/drawing/2014/main" id="{3A262B73-3A55-F364-B238-50890B9B8A7D}"/>
              </a:ext>
            </a:extLst>
          </p:cNvPr>
          <p:cNvSpPr/>
          <p:nvPr/>
        </p:nvSpPr>
        <p:spPr>
          <a:xfrm rot="5400000">
            <a:off x="7725712" y="3200170"/>
            <a:ext cx="793426" cy="1210762"/>
          </a:xfrm>
          <a:prstGeom prst="arc">
            <a:avLst>
              <a:gd name="adj1" fmla="val 13029333"/>
              <a:gd name="adj2" fmla="val 295113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6" name="Arc 5">
            <a:extLst>
              <a:ext uri="{FF2B5EF4-FFF2-40B4-BE49-F238E27FC236}">
                <a16:creationId xmlns:a16="http://schemas.microsoft.com/office/drawing/2014/main" id="{A3C4A6A0-C090-C97B-CC6B-5F0A3264A506}"/>
              </a:ext>
            </a:extLst>
          </p:cNvPr>
          <p:cNvSpPr/>
          <p:nvPr/>
        </p:nvSpPr>
        <p:spPr>
          <a:xfrm rot="16200000" flipV="1">
            <a:off x="7725715" y="2496118"/>
            <a:ext cx="793421" cy="1210762"/>
          </a:xfrm>
          <a:prstGeom prst="arc">
            <a:avLst>
              <a:gd name="adj1" fmla="val 13029333"/>
              <a:gd name="adj2" fmla="val 295113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8" name="Arc 7">
            <a:extLst>
              <a:ext uri="{FF2B5EF4-FFF2-40B4-BE49-F238E27FC236}">
                <a16:creationId xmlns:a16="http://schemas.microsoft.com/office/drawing/2014/main" id="{7FC102FF-B1D3-96AC-ABDB-FD6759D9D5EA}"/>
              </a:ext>
            </a:extLst>
          </p:cNvPr>
          <p:cNvSpPr/>
          <p:nvPr/>
        </p:nvSpPr>
        <p:spPr>
          <a:xfrm rot="5622150">
            <a:off x="3481968" y="750166"/>
            <a:ext cx="1677436" cy="5204096"/>
          </a:xfrm>
          <a:prstGeom prst="arc">
            <a:avLst>
              <a:gd name="adj1" fmla="val 16338857"/>
              <a:gd name="adj2" fmla="val 171277"/>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cxnSp>
        <p:nvCxnSpPr>
          <p:cNvPr id="10" name="Straight Arrow Connector 9">
            <a:extLst>
              <a:ext uri="{FF2B5EF4-FFF2-40B4-BE49-F238E27FC236}">
                <a16:creationId xmlns:a16="http://schemas.microsoft.com/office/drawing/2014/main" id="{0DF1D3AB-E498-9D0B-75F8-93D5EDF7C9B8}"/>
              </a:ext>
            </a:extLst>
          </p:cNvPr>
          <p:cNvCxnSpPr>
            <a:cxnSpLocks/>
          </p:cNvCxnSpPr>
          <p:nvPr/>
        </p:nvCxnSpPr>
        <p:spPr>
          <a:xfrm>
            <a:off x="4148610" y="3892819"/>
            <a:ext cx="0" cy="623696"/>
          </a:xfrm>
          <a:prstGeom prst="straightConnector1">
            <a:avLst/>
          </a:prstGeom>
          <a:ln w="7620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6F14421B-D63A-3429-9376-E8DC0AB1596D}"/>
              </a:ext>
            </a:extLst>
          </p:cNvPr>
          <p:cNvCxnSpPr>
            <a:cxnSpLocks/>
            <a:endCxn id="20" idx="0"/>
          </p:cNvCxnSpPr>
          <p:nvPr/>
        </p:nvCxnSpPr>
        <p:spPr>
          <a:xfrm>
            <a:off x="4148611" y="2415785"/>
            <a:ext cx="0" cy="623696"/>
          </a:xfrm>
          <a:prstGeom prst="straightConnector1">
            <a:avLst/>
          </a:prstGeom>
          <a:ln w="7620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12" name="Cloud 11">
            <a:extLst>
              <a:ext uri="{FF2B5EF4-FFF2-40B4-BE49-F238E27FC236}">
                <a16:creationId xmlns:a16="http://schemas.microsoft.com/office/drawing/2014/main" id="{52381460-1E7A-06A4-C140-1ECF5F54F50B}"/>
              </a:ext>
            </a:extLst>
          </p:cNvPr>
          <p:cNvSpPr/>
          <p:nvPr/>
        </p:nvSpPr>
        <p:spPr>
          <a:xfrm>
            <a:off x="3937870" y="2167390"/>
            <a:ext cx="406400" cy="313266"/>
          </a:xfrm>
          <a:prstGeom prst="cloud">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Cloud 12">
            <a:extLst>
              <a:ext uri="{FF2B5EF4-FFF2-40B4-BE49-F238E27FC236}">
                <a16:creationId xmlns:a16="http://schemas.microsoft.com/office/drawing/2014/main" id="{65C94E51-FDC5-C271-F447-E3F327CA908B}"/>
              </a:ext>
            </a:extLst>
          </p:cNvPr>
          <p:cNvSpPr/>
          <p:nvPr/>
        </p:nvSpPr>
        <p:spPr>
          <a:xfrm>
            <a:off x="3945410" y="4438728"/>
            <a:ext cx="406400" cy="313266"/>
          </a:xfrm>
          <a:prstGeom prst="cloud">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14" name="Straight Arrow Connector 13">
            <a:extLst>
              <a:ext uri="{FF2B5EF4-FFF2-40B4-BE49-F238E27FC236}">
                <a16:creationId xmlns:a16="http://schemas.microsoft.com/office/drawing/2014/main" id="{77C4E1AB-7F2B-4D70-9DF9-8D034C18B4B4}"/>
              </a:ext>
            </a:extLst>
          </p:cNvPr>
          <p:cNvCxnSpPr>
            <a:cxnSpLocks/>
          </p:cNvCxnSpPr>
          <p:nvPr/>
        </p:nvCxnSpPr>
        <p:spPr>
          <a:xfrm>
            <a:off x="7669499" y="3892819"/>
            <a:ext cx="0" cy="623696"/>
          </a:xfrm>
          <a:prstGeom prst="straightConnector1">
            <a:avLst/>
          </a:prstGeom>
          <a:ln w="7620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45624027-F254-D2F6-567C-DC7F5BABE149}"/>
              </a:ext>
            </a:extLst>
          </p:cNvPr>
          <p:cNvCxnSpPr>
            <a:cxnSpLocks/>
          </p:cNvCxnSpPr>
          <p:nvPr/>
        </p:nvCxnSpPr>
        <p:spPr>
          <a:xfrm>
            <a:off x="7669500" y="2415785"/>
            <a:ext cx="0" cy="623696"/>
          </a:xfrm>
          <a:prstGeom prst="straightConnector1">
            <a:avLst/>
          </a:prstGeom>
          <a:ln w="7620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16" name="Cloud 15">
            <a:extLst>
              <a:ext uri="{FF2B5EF4-FFF2-40B4-BE49-F238E27FC236}">
                <a16:creationId xmlns:a16="http://schemas.microsoft.com/office/drawing/2014/main" id="{5A91B426-A645-240F-792D-0820513D3B38}"/>
              </a:ext>
            </a:extLst>
          </p:cNvPr>
          <p:cNvSpPr/>
          <p:nvPr/>
        </p:nvSpPr>
        <p:spPr>
          <a:xfrm>
            <a:off x="7458759" y="2167390"/>
            <a:ext cx="406400" cy="313266"/>
          </a:xfrm>
          <a:prstGeom prst="cloud">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Cloud 16">
            <a:extLst>
              <a:ext uri="{FF2B5EF4-FFF2-40B4-BE49-F238E27FC236}">
                <a16:creationId xmlns:a16="http://schemas.microsoft.com/office/drawing/2014/main" id="{5BF92D4C-9B40-8972-2688-ACA9CB0A99C0}"/>
              </a:ext>
            </a:extLst>
          </p:cNvPr>
          <p:cNvSpPr/>
          <p:nvPr/>
        </p:nvSpPr>
        <p:spPr>
          <a:xfrm>
            <a:off x="7466299" y="4438728"/>
            <a:ext cx="406400" cy="313266"/>
          </a:xfrm>
          <a:prstGeom prst="cloud">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Arc 17">
            <a:extLst>
              <a:ext uri="{FF2B5EF4-FFF2-40B4-BE49-F238E27FC236}">
                <a16:creationId xmlns:a16="http://schemas.microsoft.com/office/drawing/2014/main" id="{0AF49C19-2E29-EE5C-EF66-F4E6DC72039D}"/>
              </a:ext>
            </a:extLst>
          </p:cNvPr>
          <p:cNvSpPr/>
          <p:nvPr/>
        </p:nvSpPr>
        <p:spPr>
          <a:xfrm rot="16200000" flipH="1">
            <a:off x="3285244" y="3212796"/>
            <a:ext cx="793426" cy="1210762"/>
          </a:xfrm>
          <a:prstGeom prst="arc">
            <a:avLst>
              <a:gd name="adj1" fmla="val 13029333"/>
              <a:gd name="adj2" fmla="val 295113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9" name="Arc 18">
            <a:extLst>
              <a:ext uri="{FF2B5EF4-FFF2-40B4-BE49-F238E27FC236}">
                <a16:creationId xmlns:a16="http://schemas.microsoft.com/office/drawing/2014/main" id="{E22C6B4A-1283-431D-7B4A-F81DF85E6CDB}"/>
              </a:ext>
            </a:extLst>
          </p:cNvPr>
          <p:cNvSpPr/>
          <p:nvPr/>
        </p:nvSpPr>
        <p:spPr>
          <a:xfrm rot="5400000" flipH="1" flipV="1">
            <a:off x="3285247" y="2508744"/>
            <a:ext cx="793421" cy="1210762"/>
          </a:xfrm>
          <a:prstGeom prst="arc">
            <a:avLst>
              <a:gd name="adj1" fmla="val 13029333"/>
              <a:gd name="adj2" fmla="val 295113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0" name="Rectangle 19">
            <a:extLst>
              <a:ext uri="{FF2B5EF4-FFF2-40B4-BE49-F238E27FC236}">
                <a16:creationId xmlns:a16="http://schemas.microsoft.com/office/drawing/2014/main" id="{C60961A5-417E-E68A-94ED-F32314E04C85}"/>
              </a:ext>
            </a:extLst>
          </p:cNvPr>
          <p:cNvSpPr/>
          <p:nvPr/>
        </p:nvSpPr>
        <p:spPr>
          <a:xfrm>
            <a:off x="3313010" y="3039481"/>
            <a:ext cx="1671201" cy="85333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b="1" dirty="0">
              <a:solidFill>
                <a:sysClr val="windowText" lastClr="000000"/>
              </a:solidFill>
            </a:endParaRPr>
          </a:p>
        </p:txBody>
      </p:sp>
      <p:pic>
        <p:nvPicPr>
          <p:cNvPr id="21" name="Graphic 20" descr="Rabbit outline">
            <a:extLst>
              <a:ext uri="{FF2B5EF4-FFF2-40B4-BE49-F238E27FC236}">
                <a16:creationId xmlns:a16="http://schemas.microsoft.com/office/drawing/2014/main" id="{D1D558DD-65F3-AFB9-AD7A-2C1D6A6EDB9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18506" y="3039480"/>
            <a:ext cx="845127" cy="845127"/>
          </a:xfrm>
          <a:prstGeom prst="rect">
            <a:avLst/>
          </a:prstGeom>
        </p:spPr>
      </p:pic>
      <p:sp>
        <p:nvSpPr>
          <p:cNvPr id="23" name="Rectangle 22">
            <a:extLst>
              <a:ext uri="{FF2B5EF4-FFF2-40B4-BE49-F238E27FC236}">
                <a16:creationId xmlns:a16="http://schemas.microsoft.com/office/drawing/2014/main" id="{A71BA692-ACDB-A477-31F5-BC65572D9935}"/>
              </a:ext>
            </a:extLst>
          </p:cNvPr>
          <p:cNvSpPr/>
          <p:nvPr/>
        </p:nvSpPr>
        <p:spPr>
          <a:xfrm>
            <a:off x="6794802" y="3035375"/>
            <a:ext cx="1671201" cy="85333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b="1" dirty="0">
              <a:solidFill>
                <a:sysClr val="windowText" lastClr="000000"/>
              </a:solidFill>
            </a:endParaRPr>
          </a:p>
        </p:txBody>
      </p:sp>
      <p:pic>
        <p:nvPicPr>
          <p:cNvPr id="24" name="Graphic 23" descr="Fox outline">
            <a:extLst>
              <a:ext uri="{FF2B5EF4-FFF2-40B4-BE49-F238E27FC236}">
                <a16:creationId xmlns:a16="http://schemas.microsoft.com/office/drawing/2014/main" id="{43772617-E72D-24C8-53E9-8BD40946B47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7174663" y="2969262"/>
            <a:ext cx="989671" cy="989671"/>
          </a:xfrm>
          <a:prstGeom prst="rect">
            <a:avLst/>
          </a:prstGeom>
        </p:spPr>
      </p:pic>
      <p:sp>
        <p:nvSpPr>
          <p:cNvPr id="25" name="TextBox 24">
            <a:extLst>
              <a:ext uri="{FF2B5EF4-FFF2-40B4-BE49-F238E27FC236}">
                <a16:creationId xmlns:a16="http://schemas.microsoft.com/office/drawing/2014/main" id="{FA084BC0-F6E9-D6B4-D848-68581664EE46}"/>
              </a:ext>
            </a:extLst>
          </p:cNvPr>
          <p:cNvSpPr txBox="1"/>
          <p:nvPr/>
        </p:nvSpPr>
        <p:spPr>
          <a:xfrm>
            <a:off x="1781761" y="2058090"/>
            <a:ext cx="1178201" cy="553998"/>
          </a:xfrm>
          <a:prstGeom prst="rect">
            <a:avLst/>
          </a:prstGeom>
          <a:noFill/>
        </p:spPr>
        <p:txBody>
          <a:bodyPr wrap="square" rtlCol="0">
            <a:spAutoFit/>
          </a:bodyPr>
          <a:lstStyle/>
          <a:p>
            <a:pPr algn="ctr"/>
            <a:r>
              <a:rPr lang="en-GB" dirty="0">
                <a:solidFill>
                  <a:srgbClr val="C00000"/>
                </a:solidFill>
              </a:rPr>
              <a:t>Rabbit birth rate</a:t>
            </a:r>
          </a:p>
        </p:txBody>
      </p:sp>
      <p:sp>
        <p:nvSpPr>
          <p:cNvPr id="26" name="TextBox 25">
            <a:extLst>
              <a:ext uri="{FF2B5EF4-FFF2-40B4-BE49-F238E27FC236}">
                <a16:creationId xmlns:a16="http://schemas.microsoft.com/office/drawing/2014/main" id="{36598C7A-DD4F-9CC5-7915-C5F8EB718427}"/>
              </a:ext>
            </a:extLst>
          </p:cNvPr>
          <p:cNvSpPr txBox="1"/>
          <p:nvPr/>
        </p:nvSpPr>
        <p:spPr>
          <a:xfrm>
            <a:off x="1669908" y="4516515"/>
            <a:ext cx="1380539" cy="553998"/>
          </a:xfrm>
          <a:prstGeom prst="rect">
            <a:avLst/>
          </a:prstGeom>
          <a:noFill/>
        </p:spPr>
        <p:txBody>
          <a:bodyPr wrap="square" rtlCol="0">
            <a:spAutoFit/>
          </a:bodyPr>
          <a:lstStyle/>
          <a:p>
            <a:pPr algn="ctr"/>
            <a:r>
              <a:rPr lang="en-GB" dirty="0">
                <a:solidFill>
                  <a:srgbClr val="C00000"/>
                </a:solidFill>
              </a:rPr>
              <a:t>Rabbit natural death rate</a:t>
            </a:r>
          </a:p>
        </p:txBody>
      </p:sp>
      <p:sp>
        <p:nvSpPr>
          <p:cNvPr id="27" name="TextBox 26">
            <a:extLst>
              <a:ext uri="{FF2B5EF4-FFF2-40B4-BE49-F238E27FC236}">
                <a16:creationId xmlns:a16="http://schemas.microsoft.com/office/drawing/2014/main" id="{B72EBE50-ACE2-E6AC-9EC4-ED775DFBC887}"/>
              </a:ext>
            </a:extLst>
          </p:cNvPr>
          <p:cNvSpPr txBox="1"/>
          <p:nvPr/>
        </p:nvSpPr>
        <p:spPr>
          <a:xfrm>
            <a:off x="8927470" y="2070218"/>
            <a:ext cx="1178201" cy="553998"/>
          </a:xfrm>
          <a:prstGeom prst="rect">
            <a:avLst/>
          </a:prstGeom>
          <a:noFill/>
        </p:spPr>
        <p:txBody>
          <a:bodyPr wrap="square" rtlCol="0">
            <a:spAutoFit/>
          </a:bodyPr>
          <a:lstStyle/>
          <a:p>
            <a:pPr algn="ctr"/>
            <a:r>
              <a:rPr lang="en-GB" dirty="0">
                <a:solidFill>
                  <a:srgbClr val="C00000"/>
                </a:solidFill>
              </a:rPr>
              <a:t>Fox birth rate</a:t>
            </a:r>
          </a:p>
        </p:txBody>
      </p:sp>
      <p:sp>
        <p:nvSpPr>
          <p:cNvPr id="29" name="TextBox 28">
            <a:extLst>
              <a:ext uri="{FF2B5EF4-FFF2-40B4-BE49-F238E27FC236}">
                <a16:creationId xmlns:a16="http://schemas.microsoft.com/office/drawing/2014/main" id="{2A82B70B-0955-D412-41D7-B80EB626FD80}"/>
              </a:ext>
            </a:extLst>
          </p:cNvPr>
          <p:cNvSpPr txBox="1"/>
          <p:nvPr/>
        </p:nvSpPr>
        <p:spPr>
          <a:xfrm>
            <a:off x="8706354" y="4579189"/>
            <a:ext cx="1178201" cy="553998"/>
          </a:xfrm>
          <a:prstGeom prst="rect">
            <a:avLst/>
          </a:prstGeom>
          <a:noFill/>
        </p:spPr>
        <p:txBody>
          <a:bodyPr wrap="square" rtlCol="0">
            <a:spAutoFit/>
          </a:bodyPr>
          <a:lstStyle/>
          <a:p>
            <a:pPr algn="ctr"/>
            <a:r>
              <a:rPr lang="en-GB" dirty="0">
                <a:solidFill>
                  <a:srgbClr val="C00000"/>
                </a:solidFill>
              </a:rPr>
              <a:t>Fox death rate</a:t>
            </a:r>
          </a:p>
        </p:txBody>
      </p:sp>
      <p:sp>
        <p:nvSpPr>
          <p:cNvPr id="33" name="TextBox 32">
            <a:extLst>
              <a:ext uri="{FF2B5EF4-FFF2-40B4-BE49-F238E27FC236}">
                <a16:creationId xmlns:a16="http://schemas.microsoft.com/office/drawing/2014/main" id="{BA164E98-5831-53A7-E373-000DE284CACA}"/>
              </a:ext>
            </a:extLst>
          </p:cNvPr>
          <p:cNvSpPr txBox="1"/>
          <p:nvPr/>
        </p:nvSpPr>
        <p:spPr>
          <a:xfrm>
            <a:off x="5258415" y="4793514"/>
            <a:ext cx="1380539" cy="553998"/>
          </a:xfrm>
          <a:prstGeom prst="rect">
            <a:avLst/>
          </a:prstGeom>
          <a:noFill/>
        </p:spPr>
        <p:txBody>
          <a:bodyPr wrap="square" rtlCol="0">
            <a:spAutoFit/>
          </a:bodyPr>
          <a:lstStyle/>
          <a:p>
            <a:pPr algn="ctr"/>
            <a:r>
              <a:rPr lang="en-GB" dirty="0">
                <a:solidFill>
                  <a:srgbClr val="C00000"/>
                </a:solidFill>
              </a:rPr>
              <a:t>Rabbit predation rate</a:t>
            </a:r>
          </a:p>
        </p:txBody>
      </p:sp>
      <p:sp>
        <p:nvSpPr>
          <p:cNvPr id="34" name="Arc 33">
            <a:extLst>
              <a:ext uri="{FF2B5EF4-FFF2-40B4-BE49-F238E27FC236}">
                <a16:creationId xmlns:a16="http://schemas.microsoft.com/office/drawing/2014/main" id="{FA11DBA9-F622-3661-D54E-0ADBCF97FE7E}"/>
              </a:ext>
            </a:extLst>
          </p:cNvPr>
          <p:cNvSpPr/>
          <p:nvPr/>
        </p:nvSpPr>
        <p:spPr>
          <a:xfrm rot="5622150" flipV="1">
            <a:off x="3342161" y="908448"/>
            <a:ext cx="718678" cy="2577429"/>
          </a:xfrm>
          <a:prstGeom prst="arc">
            <a:avLst>
              <a:gd name="adj1" fmla="val 17129061"/>
              <a:gd name="adj2" fmla="val 2951872"/>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35" name="Arc 34">
            <a:extLst>
              <a:ext uri="{FF2B5EF4-FFF2-40B4-BE49-F238E27FC236}">
                <a16:creationId xmlns:a16="http://schemas.microsoft.com/office/drawing/2014/main" id="{34478340-C868-9159-F3E1-BB76BDF555C7}"/>
              </a:ext>
            </a:extLst>
          </p:cNvPr>
          <p:cNvSpPr/>
          <p:nvPr/>
        </p:nvSpPr>
        <p:spPr>
          <a:xfrm rot="15977850">
            <a:off x="3257336" y="3446422"/>
            <a:ext cx="718678" cy="2577429"/>
          </a:xfrm>
          <a:prstGeom prst="arc">
            <a:avLst>
              <a:gd name="adj1" fmla="val 17129061"/>
              <a:gd name="adj2" fmla="val 2951872"/>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36" name="Arc 35">
            <a:extLst>
              <a:ext uri="{FF2B5EF4-FFF2-40B4-BE49-F238E27FC236}">
                <a16:creationId xmlns:a16="http://schemas.microsoft.com/office/drawing/2014/main" id="{758A7A85-0C80-E6F8-7640-7AB48D532EAF}"/>
              </a:ext>
            </a:extLst>
          </p:cNvPr>
          <p:cNvSpPr/>
          <p:nvPr/>
        </p:nvSpPr>
        <p:spPr>
          <a:xfrm rot="15977850" flipH="1" flipV="1">
            <a:off x="7784504" y="925954"/>
            <a:ext cx="718678" cy="2577429"/>
          </a:xfrm>
          <a:prstGeom prst="arc">
            <a:avLst>
              <a:gd name="adj1" fmla="val 17129061"/>
              <a:gd name="adj2" fmla="val 2951872"/>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37" name="Arc 36">
            <a:extLst>
              <a:ext uri="{FF2B5EF4-FFF2-40B4-BE49-F238E27FC236}">
                <a16:creationId xmlns:a16="http://schemas.microsoft.com/office/drawing/2014/main" id="{D42DC079-2E90-3B92-76B6-3A45F4D5437B}"/>
              </a:ext>
            </a:extLst>
          </p:cNvPr>
          <p:cNvSpPr/>
          <p:nvPr/>
        </p:nvSpPr>
        <p:spPr>
          <a:xfrm rot="5622150" flipH="1">
            <a:off x="7825801" y="3478364"/>
            <a:ext cx="718678" cy="2577429"/>
          </a:xfrm>
          <a:prstGeom prst="arc">
            <a:avLst>
              <a:gd name="adj1" fmla="val 17129061"/>
              <a:gd name="adj2" fmla="val 2951872"/>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p:sp>
        <p:nvSpPr>
          <p:cNvPr id="38" name="Arc 37">
            <a:extLst>
              <a:ext uri="{FF2B5EF4-FFF2-40B4-BE49-F238E27FC236}">
                <a16:creationId xmlns:a16="http://schemas.microsoft.com/office/drawing/2014/main" id="{6BE4BE1B-7799-2CD9-5585-D366A9C6B1B1}"/>
              </a:ext>
            </a:extLst>
          </p:cNvPr>
          <p:cNvSpPr/>
          <p:nvPr/>
        </p:nvSpPr>
        <p:spPr>
          <a:xfrm rot="5622150" flipH="1">
            <a:off x="4298811" y="3458136"/>
            <a:ext cx="718678" cy="2577429"/>
          </a:xfrm>
          <a:prstGeom prst="arc">
            <a:avLst>
              <a:gd name="adj1" fmla="val 16187060"/>
              <a:gd name="adj2" fmla="val 2951872"/>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p:spTree>
    <p:extLst>
      <p:ext uri="{BB962C8B-B14F-4D97-AF65-F5344CB8AC3E}">
        <p14:creationId xmlns:p14="http://schemas.microsoft.com/office/powerpoint/2010/main" val="1428665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left)">
                                      <p:cBhvr>
                                        <p:cTn id="7" dur="1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DC231-D92E-8A87-3999-DFC36F2839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C130DB-B3DE-68D7-8F44-9D05B3B03A6E}"/>
              </a:ext>
            </a:extLst>
          </p:cNvPr>
          <p:cNvSpPr>
            <a:spLocks noGrp="1"/>
          </p:cNvSpPr>
          <p:nvPr>
            <p:ph type="title"/>
          </p:nvPr>
        </p:nvSpPr>
        <p:spPr/>
        <p:txBody>
          <a:bodyPr/>
          <a:lstStyle/>
          <a:p>
            <a:r>
              <a:rPr lang="en-GB" dirty="0"/>
              <a:t>System Dynamics Example 2 - Simulation</a:t>
            </a:r>
          </a:p>
        </p:txBody>
      </p:sp>
      <p:pic>
        <p:nvPicPr>
          <p:cNvPr id="7" name="Picture 2" descr="University of Birmingham Logo PNG Vector (EPS) Free Download">
            <a:extLst>
              <a:ext uri="{FF2B5EF4-FFF2-40B4-BE49-F238E27FC236}">
                <a16:creationId xmlns:a16="http://schemas.microsoft.com/office/drawing/2014/main" id="{4C66B550-F3B6-3956-A261-A2876BEC8C7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533" b="38889"/>
          <a:stretch>
            <a:fillRect/>
          </a:stretch>
        </p:blipFill>
        <p:spPr bwMode="auto">
          <a:xfrm>
            <a:off x="9702800" y="6161944"/>
            <a:ext cx="2407920" cy="54365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C39AE7ED-7322-23E6-3136-F8D97B878A9F}"/>
              </a:ext>
            </a:extLst>
          </p:cNvPr>
          <p:cNvPicPr>
            <a:picLocks noChangeAspect="1"/>
          </p:cNvPicPr>
          <p:nvPr/>
        </p:nvPicPr>
        <p:blipFill>
          <a:blip r:embed="rId3"/>
          <a:stretch>
            <a:fillRect/>
          </a:stretch>
        </p:blipFill>
        <p:spPr>
          <a:xfrm>
            <a:off x="2198032" y="1024681"/>
            <a:ext cx="7795936" cy="4808637"/>
          </a:xfrm>
          <a:prstGeom prst="rect">
            <a:avLst/>
          </a:prstGeom>
        </p:spPr>
      </p:pic>
    </p:spTree>
    <p:extLst>
      <p:ext uri="{BB962C8B-B14F-4D97-AF65-F5344CB8AC3E}">
        <p14:creationId xmlns:p14="http://schemas.microsoft.com/office/powerpoint/2010/main" val="2946685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62A48-CF8C-535D-1E57-DCAABE54E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7D5969-F2DA-4972-2F22-D8184181A9EB}"/>
              </a:ext>
            </a:extLst>
          </p:cNvPr>
          <p:cNvSpPr>
            <a:spLocks noGrp="1"/>
          </p:cNvSpPr>
          <p:nvPr>
            <p:ph type="title"/>
          </p:nvPr>
        </p:nvSpPr>
        <p:spPr/>
        <p:txBody>
          <a:bodyPr/>
          <a:lstStyle/>
          <a:p>
            <a:r>
              <a:rPr lang="en-GB" dirty="0"/>
              <a:t>System Dynamics Example 2 - Simulation</a:t>
            </a:r>
          </a:p>
        </p:txBody>
      </p:sp>
      <p:pic>
        <p:nvPicPr>
          <p:cNvPr id="7" name="Picture 2" descr="University of Birmingham Logo PNG Vector (EPS) Free Download">
            <a:extLst>
              <a:ext uri="{FF2B5EF4-FFF2-40B4-BE49-F238E27FC236}">
                <a16:creationId xmlns:a16="http://schemas.microsoft.com/office/drawing/2014/main" id="{7426AECF-B58A-5D0D-E06E-D803841A08A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8533" b="38889"/>
          <a:stretch>
            <a:fillRect/>
          </a:stretch>
        </p:blipFill>
        <p:spPr bwMode="auto">
          <a:xfrm>
            <a:off x="9702800" y="6161944"/>
            <a:ext cx="2407920" cy="543655"/>
          </a:xfrm>
          <a:prstGeom prst="rect">
            <a:avLst/>
          </a:prstGeom>
          <a:noFill/>
          <a:extLst>
            <a:ext uri="{909E8E84-426E-40DD-AFC4-6F175D3DCCD1}">
              <a14:hiddenFill xmlns:a14="http://schemas.microsoft.com/office/drawing/2010/main">
                <a:solidFill>
                  <a:srgbClr val="FFFFFF"/>
                </a:solidFill>
              </a14:hiddenFill>
            </a:ext>
          </a:extLst>
        </p:spPr>
      </p:pic>
      <p:pic>
        <p:nvPicPr>
          <p:cNvPr id="4" name="rabbit-fox-2">
            <a:hlinkClick r:id="" action="ppaction://media"/>
            <a:extLst>
              <a:ext uri="{FF2B5EF4-FFF2-40B4-BE49-F238E27FC236}">
                <a16:creationId xmlns:a16="http://schemas.microsoft.com/office/drawing/2014/main" id="{617864D1-5E08-81FD-6CBB-2EC98F41D294}"/>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181544" y="1268760"/>
            <a:ext cx="7828911" cy="4758978"/>
          </a:xfrm>
          <a:prstGeom prst="rect">
            <a:avLst/>
          </a:prstGeom>
        </p:spPr>
      </p:pic>
    </p:spTree>
    <p:extLst>
      <p:ext uri="{BB962C8B-B14F-4D97-AF65-F5344CB8AC3E}">
        <p14:creationId xmlns:p14="http://schemas.microsoft.com/office/powerpoint/2010/main" val="3742660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00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88C05-79EE-3D76-EF9D-F150294A9986}"/>
            </a:ext>
          </a:extLst>
        </p:cNvPr>
        <p:cNvGrpSpPr/>
        <p:nvPr/>
      </p:nvGrpSpPr>
      <p:grpSpPr>
        <a:xfrm>
          <a:off x="0" y="0"/>
          <a:ext cx="0" cy="0"/>
          <a:chOff x="0" y="0"/>
          <a:chExt cx="0" cy="0"/>
        </a:xfrm>
      </p:grpSpPr>
      <p:pic>
        <p:nvPicPr>
          <p:cNvPr id="5" name="Picture 2" descr="University of Birmingham Logo PNG Vector (EPS) Free Download">
            <a:extLst>
              <a:ext uri="{FF2B5EF4-FFF2-40B4-BE49-F238E27FC236}">
                <a16:creationId xmlns:a16="http://schemas.microsoft.com/office/drawing/2014/main" id="{8723ABD6-D367-35C0-3033-D5F6A7413DB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533" b="38889"/>
          <a:stretch>
            <a:fillRect/>
          </a:stretch>
        </p:blipFill>
        <p:spPr bwMode="auto">
          <a:xfrm>
            <a:off x="9702800" y="6161944"/>
            <a:ext cx="2407920" cy="54365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D952CEF6-4DF5-5630-85CE-AF916256965D}"/>
              </a:ext>
            </a:extLst>
          </p:cNvPr>
          <p:cNvSpPr>
            <a:spLocks noGrp="1"/>
          </p:cNvSpPr>
          <p:nvPr>
            <p:ph type="title"/>
          </p:nvPr>
        </p:nvSpPr>
        <p:spPr>
          <a:xfrm>
            <a:off x="1209675" y="2712863"/>
            <a:ext cx="9458325" cy="994123"/>
          </a:xfrm>
        </p:spPr>
        <p:txBody>
          <a:bodyPr>
            <a:normAutofit fontScale="90000"/>
          </a:bodyPr>
          <a:lstStyle/>
          <a:p>
            <a:pPr algn="ctr"/>
            <a:r>
              <a:rPr lang="en-GB" dirty="0"/>
              <a:t>Activity – Part 1</a:t>
            </a:r>
            <a:br>
              <a:rPr lang="en-GB" dirty="0"/>
            </a:br>
            <a:br>
              <a:rPr lang="en-GB" dirty="0"/>
            </a:br>
            <a:r>
              <a:rPr lang="en-GB" b="0" dirty="0"/>
              <a:t>Draw a simple system showing money in your bank account. </a:t>
            </a:r>
            <a:br>
              <a:rPr lang="en-GB" b="0" dirty="0"/>
            </a:br>
            <a:br>
              <a:rPr lang="en-GB" b="0" dirty="0"/>
            </a:br>
            <a:r>
              <a:rPr lang="en-GB" b="0" dirty="0"/>
              <a:t>What makes it go up and what makes it go down? </a:t>
            </a:r>
          </a:p>
        </p:txBody>
      </p:sp>
    </p:spTree>
    <p:extLst>
      <p:ext uri="{BB962C8B-B14F-4D97-AF65-F5344CB8AC3E}">
        <p14:creationId xmlns:p14="http://schemas.microsoft.com/office/powerpoint/2010/main" val="171722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67861-4C4F-E4A9-697B-A846327B6BAE}"/>
            </a:ext>
          </a:extLst>
        </p:cNvPr>
        <p:cNvGrpSpPr/>
        <p:nvPr/>
      </p:nvGrpSpPr>
      <p:grpSpPr>
        <a:xfrm>
          <a:off x="0" y="0"/>
          <a:ext cx="0" cy="0"/>
          <a:chOff x="0" y="0"/>
          <a:chExt cx="0" cy="0"/>
        </a:xfrm>
      </p:grpSpPr>
      <p:pic>
        <p:nvPicPr>
          <p:cNvPr id="5" name="Picture 2" descr="University of Birmingham Logo PNG Vector (EPS) Free Download">
            <a:extLst>
              <a:ext uri="{FF2B5EF4-FFF2-40B4-BE49-F238E27FC236}">
                <a16:creationId xmlns:a16="http://schemas.microsoft.com/office/drawing/2014/main" id="{82CE8C35-347C-5E6D-E600-9C3CB7EA09E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533" b="38889"/>
          <a:stretch>
            <a:fillRect/>
          </a:stretch>
        </p:blipFill>
        <p:spPr bwMode="auto">
          <a:xfrm>
            <a:off x="9702800" y="6161944"/>
            <a:ext cx="2407920" cy="54365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C9E1C900-555D-7617-7ED0-7B8C2D131AF4}"/>
              </a:ext>
            </a:extLst>
          </p:cNvPr>
          <p:cNvSpPr>
            <a:spLocks noGrp="1"/>
          </p:cNvSpPr>
          <p:nvPr>
            <p:ph type="title"/>
          </p:nvPr>
        </p:nvSpPr>
        <p:spPr>
          <a:xfrm>
            <a:off x="1209675" y="2712863"/>
            <a:ext cx="9458325" cy="994123"/>
          </a:xfrm>
        </p:spPr>
        <p:txBody>
          <a:bodyPr>
            <a:normAutofit fontScale="90000"/>
          </a:bodyPr>
          <a:lstStyle/>
          <a:p>
            <a:pPr algn="ctr"/>
            <a:r>
              <a:rPr lang="en-GB" dirty="0"/>
              <a:t>Activity – Part 2</a:t>
            </a:r>
            <a:br>
              <a:rPr lang="en-GB" dirty="0"/>
            </a:br>
            <a:br>
              <a:rPr lang="en-GB" dirty="0"/>
            </a:br>
            <a:r>
              <a:rPr lang="en-GB" b="0" dirty="0"/>
              <a:t>Take what you’ve drawn and boil it down to the </a:t>
            </a:r>
            <a:r>
              <a:rPr lang="en-GB" dirty="0"/>
              <a:t>key</a:t>
            </a:r>
            <a:r>
              <a:rPr lang="en-GB" b="0" dirty="0"/>
              <a:t> driving factors.</a:t>
            </a:r>
          </a:p>
        </p:txBody>
      </p:sp>
    </p:spTree>
    <p:extLst>
      <p:ext uri="{BB962C8B-B14F-4D97-AF65-F5344CB8AC3E}">
        <p14:creationId xmlns:p14="http://schemas.microsoft.com/office/powerpoint/2010/main" val="2002991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77383-B1D0-8C0E-1335-D81E20ED561E}"/>
            </a:ext>
          </a:extLst>
        </p:cNvPr>
        <p:cNvGrpSpPr/>
        <p:nvPr/>
      </p:nvGrpSpPr>
      <p:grpSpPr>
        <a:xfrm>
          <a:off x="0" y="0"/>
          <a:ext cx="0" cy="0"/>
          <a:chOff x="0" y="0"/>
          <a:chExt cx="0" cy="0"/>
        </a:xfrm>
      </p:grpSpPr>
      <p:pic>
        <p:nvPicPr>
          <p:cNvPr id="5" name="Picture 2" descr="University of Birmingham Logo PNG Vector (EPS) Free Download">
            <a:extLst>
              <a:ext uri="{FF2B5EF4-FFF2-40B4-BE49-F238E27FC236}">
                <a16:creationId xmlns:a16="http://schemas.microsoft.com/office/drawing/2014/main" id="{E3B70878-DE26-E291-F019-A4C2AC9B88A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533" b="38889"/>
          <a:stretch>
            <a:fillRect/>
          </a:stretch>
        </p:blipFill>
        <p:spPr bwMode="auto">
          <a:xfrm>
            <a:off x="9702800" y="6161944"/>
            <a:ext cx="2407920" cy="54365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B81994CA-FFF4-2026-A798-A978E390A014}"/>
              </a:ext>
            </a:extLst>
          </p:cNvPr>
          <p:cNvSpPr>
            <a:spLocks noGrp="1"/>
          </p:cNvSpPr>
          <p:nvPr>
            <p:ph type="title"/>
          </p:nvPr>
        </p:nvSpPr>
        <p:spPr>
          <a:xfrm>
            <a:off x="4788429" y="2674763"/>
            <a:ext cx="2615142" cy="994123"/>
          </a:xfrm>
        </p:spPr>
        <p:txBody>
          <a:bodyPr>
            <a:normAutofit fontScale="90000"/>
          </a:bodyPr>
          <a:lstStyle/>
          <a:p>
            <a:pPr algn="ctr"/>
            <a:r>
              <a:rPr lang="en-GB" dirty="0"/>
              <a:t>Break </a:t>
            </a:r>
            <a:br>
              <a:rPr lang="en-GB" dirty="0"/>
            </a:br>
            <a:r>
              <a:rPr lang="en-GB" b="0" dirty="0"/>
              <a:t>(~15 minutes) </a:t>
            </a:r>
          </a:p>
        </p:txBody>
      </p:sp>
      <p:pic>
        <p:nvPicPr>
          <p:cNvPr id="4" name="Graphic 3" descr="Coffee outline">
            <a:extLst>
              <a:ext uri="{FF2B5EF4-FFF2-40B4-BE49-F238E27FC236}">
                <a16:creationId xmlns:a16="http://schemas.microsoft.com/office/drawing/2014/main" id="{EAD842BC-B068-D9CD-BE4D-6EF2F7CCFFBF}"/>
              </a:ext>
            </a:extLst>
          </p:cNvPr>
          <p:cNvPicPr>
            <a:picLocks noChangeAspect="1"/>
          </p:cNvPicPr>
          <p:nvPr/>
        </p:nvPicPr>
        <p:blipFill>
          <a:blip r:embed="rId3">
            <a:extLst>
              <a:ext uri="{96DAC541-7B7A-43D3-8B79-37D633B846F1}">
                <asvg:svgBlip xmlns:asvg="http://schemas.microsoft.com/office/drawing/2016/SVG/main" r:embed="rId4"/>
              </a:ext>
            </a:extLst>
          </a:blip>
          <a:srcRect b="63709"/>
          <a:stretch>
            <a:fillRect/>
          </a:stretch>
        </p:blipFill>
        <p:spPr>
          <a:xfrm>
            <a:off x="7689320" y="2725910"/>
            <a:ext cx="1228725" cy="445914"/>
          </a:xfrm>
          <a:prstGeom prst="rect">
            <a:avLst/>
          </a:prstGeom>
        </p:spPr>
      </p:pic>
      <p:pic>
        <p:nvPicPr>
          <p:cNvPr id="6" name="Graphic 5" descr="Coffee outline">
            <a:extLst>
              <a:ext uri="{FF2B5EF4-FFF2-40B4-BE49-F238E27FC236}">
                <a16:creationId xmlns:a16="http://schemas.microsoft.com/office/drawing/2014/main" id="{84A1F96B-6484-FFEF-3B83-F08A00895B4F}"/>
              </a:ext>
            </a:extLst>
          </p:cNvPr>
          <p:cNvPicPr>
            <a:picLocks noChangeAspect="1"/>
          </p:cNvPicPr>
          <p:nvPr/>
        </p:nvPicPr>
        <p:blipFill>
          <a:blip r:embed="rId5">
            <a:extLst>
              <a:ext uri="{96DAC541-7B7A-43D3-8B79-37D633B846F1}">
                <asvg:svgBlip xmlns:asvg="http://schemas.microsoft.com/office/drawing/2016/SVG/main" r:embed="rId6"/>
              </a:ext>
            </a:extLst>
          </a:blip>
          <a:srcRect t="36047"/>
          <a:stretch>
            <a:fillRect/>
          </a:stretch>
        </p:blipFill>
        <p:spPr>
          <a:xfrm>
            <a:off x="7689321" y="3152775"/>
            <a:ext cx="1228725" cy="785811"/>
          </a:xfrm>
          <a:prstGeom prst="rect">
            <a:avLst/>
          </a:prstGeom>
        </p:spPr>
      </p:pic>
    </p:spTree>
    <p:extLst>
      <p:ext uri="{BB962C8B-B14F-4D97-AF65-F5344CB8AC3E}">
        <p14:creationId xmlns:p14="http://schemas.microsoft.com/office/powerpoint/2010/main" val="1144595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withEffect">
                                  <p:stCondLst>
                                    <p:cond delay="0"/>
                                  </p:stCondLst>
                                  <p:endCondLst>
                                    <p:cond evt="onNext" delay="0">
                                      <p:tgtEl>
                                        <p:sldTgt/>
                                      </p:tgtEl>
                                    </p:cond>
                                  </p:endCondLst>
                                  <p:childTnLst>
                                    <p:animRot by="120000">
                                      <p:cBhvr>
                                        <p:cTn id="6" dur="300" fill="hold">
                                          <p:stCondLst>
                                            <p:cond delay="0"/>
                                          </p:stCondLst>
                                        </p:cTn>
                                        <p:tgtEl>
                                          <p:spTgt spid="4"/>
                                        </p:tgtEl>
                                        <p:attrNameLst>
                                          <p:attrName>r</p:attrName>
                                        </p:attrNameLst>
                                      </p:cBhvr>
                                    </p:animRot>
                                    <p:animRot by="-240000">
                                      <p:cBhvr>
                                        <p:cTn id="7" dur="600" fill="hold">
                                          <p:stCondLst>
                                            <p:cond delay="600"/>
                                          </p:stCondLst>
                                        </p:cTn>
                                        <p:tgtEl>
                                          <p:spTgt spid="4"/>
                                        </p:tgtEl>
                                        <p:attrNameLst>
                                          <p:attrName>r</p:attrName>
                                        </p:attrNameLst>
                                      </p:cBhvr>
                                    </p:animRot>
                                    <p:animRot by="240000">
                                      <p:cBhvr>
                                        <p:cTn id="8" dur="600" fill="hold">
                                          <p:stCondLst>
                                            <p:cond delay="1200"/>
                                          </p:stCondLst>
                                        </p:cTn>
                                        <p:tgtEl>
                                          <p:spTgt spid="4"/>
                                        </p:tgtEl>
                                        <p:attrNameLst>
                                          <p:attrName>r</p:attrName>
                                        </p:attrNameLst>
                                      </p:cBhvr>
                                    </p:animRot>
                                    <p:animRot by="-240000">
                                      <p:cBhvr>
                                        <p:cTn id="9" dur="600" fill="hold">
                                          <p:stCondLst>
                                            <p:cond delay="1800"/>
                                          </p:stCondLst>
                                        </p:cTn>
                                        <p:tgtEl>
                                          <p:spTgt spid="4"/>
                                        </p:tgtEl>
                                        <p:attrNameLst>
                                          <p:attrName>r</p:attrName>
                                        </p:attrNameLst>
                                      </p:cBhvr>
                                    </p:animRot>
                                    <p:animRot by="120000">
                                      <p:cBhvr>
                                        <p:cTn id="10" dur="600" fill="hold">
                                          <p:stCondLst>
                                            <p:cond delay="2400"/>
                                          </p:stCondLst>
                                        </p:cTn>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05263-CE81-0BD0-BB56-8DE355CB273F}"/>
            </a:ext>
          </a:extLst>
        </p:cNvPr>
        <p:cNvGrpSpPr/>
        <p:nvPr/>
      </p:nvGrpSpPr>
      <p:grpSpPr>
        <a:xfrm>
          <a:off x="0" y="0"/>
          <a:ext cx="0" cy="0"/>
          <a:chOff x="0" y="0"/>
          <a:chExt cx="0" cy="0"/>
        </a:xfrm>
      </p:grpSpPr>
      <p:pic>
        <p:nvPicPr>
          <p:cNvPr id="7" name="Picture 2" descr="University of Birmingham Logo PNG Vector (EPS) Free Download">
            <a:extLst>
              <a:ext uri="{FF2B5EF4-FFF2-40B4-BE49-F238E27FC236}">
                <a16:creationId xmlns:a16="http://schemas.microsoft.com/office/drawing/2014/main" id="{300EA992-C57E-8938-3A2A-EF8F877AFED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533" b="38889"/>
          <a:stretch>
            <a:fillRect/>
          </a:stretch>
        </p:blipFill>
        <p:spPr bwMode="auto">
          <a:xfrm>
            <a:off x="2430780" y="322432"/>
            <a:ext cx="2164080" cy="4886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15CC493-0D48-D6F6-3622-9833F80AB827}"/>
              </a:ext>
            </a:extLst>
          </p:cNvPr>
          <p:cNvSpPr>
            <a:spLocks noGrp="1"/>
          </p:cNvSpPr>
          <p:nvPr>
            <p:ph type="ctrTitle"/>
          </p:nvPr>
        </p:nvSpPr>
        <p:spPr/>
        <p:txBody>
          <a:bodyPr/>
          <a:lstStyle/>
          <a:p>
            <a:r>
              <a:rPr lang="en-GB" dirty="0"/>
              <a:t>Measle System Flow Variables</a:t>
            </a:r>
          </a:p>
        </p:txBody>
      </p:sp>
    </p:spTree>
    <p:extLst>
      <p:ext uri="{BB962C8B-B14F-4D97-AF65-F5344CB8AC3E}">
        <p14:creationId xmlns:p14="http://schemas.microsoft.com/office/powerpoint/2010/main" val="2944774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322FD-0FF8-663F-1E55-6C912A8415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AC9908-C999-AED7-F74B-0477CF65E543}"/>
              </a:ext>
            </a:extLst>
          </p:cNvPr>
          <p:cNvSpPr>
            <a:spLocks noGrp="1"/>
          </p:cNvSpPr>
          <p:nvPr>
            <p:ph type="title"/>
          </p:nvPr>
        </p:nvSpPr>
        <p:spPr/>
        <p:txBody>
          <a:bodyPr/>
          <a:lstStyle/>
          <a:p>
            <a:r>
              <a:rPr lang="en-GB" dirty="0"/>
              <a:t>Base model</a:t>
            </a:r>
          </a:p>
        </p:txBody>
      </p:sp>
      <p:cxnSp>
        <p:nvCxnSpPr>
          <p:cNvPr id="3" name="Straight Arrow Connector 2">
            <a:extLst>
              <a:ext uri="{FF2B5EF4-FFF2-40B4-BE49-F238E27FC236}">
                <a16:creationId xmlns:a16="http://schemas.microsoft.com/office/drawing/2014/main" id="{8184BF47-E524-F532-508A-576A3A717988}"/>
              </a:ext>
            </a:extLst>
          </p:cNvPr>
          <p:cNvCxnSpPr>
            <a:cxnSpLocks/>
          </p:cNvCxnSpPr>
          <p:nvPr/>
        </p:nvCxnSpPr>
        <p:spPr>
          <a:xfrm>
            <a:off x="3825241" y="2773537"/>
            <a:ext cx="0" cy="693995"/>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F30367A5-0774-48EC-AF43-D09AA84FAC1E}"/>
              </a:ext>
            </a:extLst>
          </p:cNvPr>
          <p:cNvSpPr/>
          <p:nvPr/>
        </p:nvSpPr>
        <p:spPr>
          <a:xfrm>
            <a:off x="5977468" y="2139153"/>
            <a:ext cx="1236133" cy="626533"/>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ysClr val="windowText" lastClr="000000"/>
                </a:solidFill>
              </a:rPr>
              <a:t>Infected</a:t>
            </a:r>
            <a:endParaRPr lang="en-GB" sz="1600" b="1" dirty="0">
              <a:solidFill>
                <a:sysClr val="windowText" lastClr="000000"/>
              </a:solidFill>
            </a:endParaRPr>
          </a:p>
        </p:txBody>
      </p:sp>
      <p:sp>
        <p:nvSpPr>
          <p:cNvPr id="6" name="Rectangle 5">
            <a:extLst>
              <a:ext uri="{FF2B5EF4-FFF2-40B4-BE49-F238E27FC236}">
                <a16:creationId xmlns:a16="http://schemas.microsoft.com/office/drawing/2014/main" id="{E60F476B-68E5-8B05-428E-D2A126C39825}"/>
              </a:ext>
            </a:extLst>
          </p:cNvPr>
          <p:cNvSpPr/>
          <p:nvPr/>
        </p:nvSpPr>
        <p:spPr>
          <a:xfrm>
            <a:off x="3207174" y="3459680"/>
            <a:ext cx="1236133" cy="626533"/>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ysClr val="windowText" lastClr="000000"/>
                </a:solidFill>
              </a:rPr>
              <a:t>Vaccinated</a:t>
            </a:r>
            <a:endParaRPr lang="en-GB" sz="1600" b="1" dirty="0">
              <a:solidFill>
                <a:sysClr val="windowText" lastClr="000000"/>
              </a:solidFill>
            </a:endParaRPr>
          </a:p>
        </p:txBody>
      </p:sp>
      <p:sp>
        <p:nvSpPr>
          <p:cNvPr id="8" name="Rectangle 7">
            <a:extLst>
              <a:ext uri="{FF2B5EF4-FFF2-40B4-BE49-F238E27FC236}">
                <a16:creationId xmlns:a16="http://schemas.microsoft.com/office/drawing/2014/main" id="{E4BB4DFA-F965-8505-0A67-BAA684AC6A21}"/>
              </a:ext>
            </a:extLst>
          </p:cNvPr>
          <p:cNvSpPr/>
          <p:nvPr/>
        </p:nvSpPr>
        <p:spPr>
          <a:xfrm>
            <a:off x="8754535" y="2139152"/>
            <a:ext cx="1236133" cy="626533"/>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ysClr val="windowText" lastClr="000000"/>
                </a:solidFill>
              </a:rPr>
              <a:t>Recovered</a:t>
            </a:r>
          </a:p>
        </p:txBody>
      </p:sp>
      <p:cxnSp>
        <p:nvCxnSpPr>
          <p:cNvPr id="9" name="Straight Arrow Connector 8">
            <a:extLst>
              <a:ext uri="{FF2B5EF4-FFF2-40B4-BE49-F238E27FC236}">
                <a16:creationId xmlns:a16="http://schemas.microsoft.com/office/drawing/2014/main" id="{B03BCC6E-ED5B-2BD5-D9CA-0182A0008BD4}"/>
              </a:ext>
            </a:extLst>
          </p:cNvPr>
          <p:cNvCxnSpPr>
            <a:cxnSpLocks/>
            <a:endCxn id="4" idx="1"/>
          </p:cNvCxnSpPr>
          <p:nvPr/>
        </p:nvCxnSpPr>
        <p:spPr>
          <a:xfrm flipV="1">
            <a:off x="2510874" y="2452418"/>
            <a:ext cx="689527" cy="0"/>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F75CBB71-50ED-81C0-2E86-0C2741A24A93}"/>
              </a:ext>
            </a:extLst>
          </p:cNvPr>
          <p:cNvCxnSpPr>
            <a:cxnSpLocks/>
          </p:cNvCxnSpPr>
          <p:nvPr/>
        </p:nvCxnSpPr>
        <p:spPr>
          <a:xfrm flipV="1">
            <a:off x="4436534" y="2450794"/>
            <a:ext cx="1540934" cy="0"/>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B2A7AC68-6449-7EF8-C9A4-6A6D91EAA22B}"/>
              </a:ext>
            </a:extLst>
          </p:cNvPr>
          <p:cNvCxnSpPr>
            <a:cxnSpLocks/>
          </p:cNvCxnSpPr>
          <p:nvPr/>
        </p:nvCxnSpPr>
        <p:spPr>
          <a:xfrm flipV="1">
            <a:off x="7213601" y="2450794"/>
            <a:ext cx="1540934" cy="0"/>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70CB9BD5-797E-DB7A-6386-CA28B287EFC5}"/>
              </a:ext>
            </a:extLst>
          </p:cNvPr>
          <p:cNvCxnSpPr>
            <a:cxnSpLocks/>
          </p:cNvCxnSpPr>
          <p:nvPr/>
        </p:nvCxnSpPr>
        <p:spPr>
          <a:xfrm>
            <a:off x="7264942" y="4191554"/>
            <a:ext cx="0" cy="693995"/>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7A65F33D-C4BD-D8DD-9F1D-A49006FA1EEB}"/>
              </a:ext>
            </a:extLst>
          </p:cNvPr>
          <p:cNvSpPr txBox="1"/>
          <p:nvPr/>
        </p:nvSpPr>
        <p:spPr>
          <a:xfrm>
            <a:off x="2302612" y="2484360"/>
            <a:ext cx="1016000" cy="276999"/>
          </a:xfrm>
          <a:prstGeom prst="rect">
            <a:avLst/>
          </a:prstGeom>
          <a:noFill/>
          <a:effectLst/>
        </p:spPr>
        <p:txBody>
          <a:bodyPr wrap="square" rtlCol="0">
            <a:spAutoFit/>
          </a:bodyPr>
          <a:lstStyle/>
          <a:p>
            <a:pPr algn="ctr"/>
            <a:r>
              <a:rPr lang="en-GB" sz="1200" dirty="0"/>
              <a:t>Births</a:t>
            </a:r>
            <a:endParaRPr lang="en-GB" sz="1400" dirty="0"/>
          </a:p>
        </p:txBody>
      </p:sp>
      <p:sp>
        <p:nvSpPr>
          <p:cNvPr id="14" name="TextBox 13">
            <a:extLst>
              <a:ext uri="{FF2B5EF4-FFF2-40B4-BE49-F238E27FC236}">
                <a16:creationId xmlns:a16="http://schemas.microsoft.com/office/drawing/2014/main" id="{A15735B4-E56F-E9CA-7AF8-E3529B3131DF}"/>
              </a:ext>
            </a:extLst>
          </p:cNvPr>
          <p:cNvSpPr txBox="1"/>
          <p:nvPr/>
        </p:nvSpPr>
        <p:spPr>
          <a:xfrm>
            <a:off x="6237939" y="4221689"/>
            <a:ext cx="1195490" cy="461665"/>
          </a:xfrm>
          <a:prstGeom prst="rect">
            <a:avLst/>
          </a:prstGeom>
          <a:noFill/>
          <a:effectLst/>
        </p:spPr>
        <p:txBody>
          <a:bodyPr wrap="square" rtlCol="0">
            <a:spAutoFit/>
          </a:bodyPr>
          <a:lstStyle/>
          <a:p>
            <a:pPr algn="ctr"/>
            <a:r>
              <a:rPr lang="en-GB" sz="1200" dirty="0"/>
              <a:t>Death from disease</a:t>
            </a:r>
          </a:p>
        </p:txBody>
      </p:sp>
      <p:cxnSp>
        <p:nvCxnSpPr>
          <p:cNvPr id="15" name="Straight Arrow Connector 14">
            <a:extLst>
              <a:ext uri="{FF2B5EF4-FFF2-40B4-BE49-F238E27FC236}">
                <a16:creationId xmlns:a16="http://schemas.microsoft.com/office/drawing/2014/main" id="{24785186-F975-5E3F-BCDA-77AE8C6930D4}"/>
              </a:ext>
            </a:extLst>
          </p:cNvPr>
          <p:cNvCxnSpPr>
            <a:cxnSpLocks/>
          </p:cNvCxnSpPr>
          <p:nvPr/>
        </p:nvCxnSpPr>
        <p:spPr>
          <a:xfrm flipH="1">
            <a:off x="7820661" y="3883372"/>
            <a:ext cx="1579879" cy="1"/>
          </a:xfrm>
          <a:prstGeom prst="straightConnector1">
            <a:avLst/>
          </a:prstGeom>
          <a:ln w="57150">
            <a:solidFill>
              <a:srgbClr val="6F6F6F"/>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04189C31-927E-A807-86D5-418DE058DA82}"/>
              </a:ext>
            </a:extLst>
          </p:cNvPr>
          <p:cNvCxnSpPr>
            <a:cxnSpLocks/>
          </p:cNvCxnSpPr>
          <p:nvPr/>
        </p:nvCxnSpPr>
        <p:spPr>
          <a:xfrm flipV="1">
            <a:off x="9372601" y="2772834"/>
            <a:ext cx="0" cy="1136132"/>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D15EC013-E689-2F7F-16E9-09A1DE71C87B}"/>
              </a:ext>
            </a:extLst>
          </p:cNvPr>
          <p:cNvCxnSpPr>
            <a:cxnSpLocks/>
          </p:cNvCxnSpPr>
          <p:nvPr/>
        </p:nvCxnSpPr>
        <p:spPr>
          <a:xfrm>
            <a:off x="7048907" y="2772834"/>
            <a:ext cx="0" cy="797274"/>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4F66E884-032A-7884-BE27-A9427B737AD9}"/>
              </a:ext>
            </a:extLst>
          </p:cNvPr>
          <p:cNvSpPr txBox="1"/>
          <p:nvPr/>
        </p:nvSpPr>
        <p:spPr>
          <a:xfrm>
            <a:off x="7345066" y="2447770"/>
            <a:ext cx="1195490" cy="276999"/>
          </a:xfrm>
          <a:prstGeom prst="rect">
            <a:avLst/>
          </a:prstGeom>
          <a:noFill/>
          <a:effectLst/>
        </p:spPr>
        <p:txBody>
          <a:bodyPr wrap="square" rtlCol="0">
            <a:spAutoFit/>
          </a:bodyPr>
          <a:lstStyle/>
          <a:p>
            <a:pPr algn="ctr"/>
            <a:r>
              <a:rPr lang="en-GB" sz="1200" dirty="0"/>
              <a:t>Recovery</a:t>
            </a:r>
          </a:p>
        </p:txBody>
      </p:sp>
      <p:cxnSp>
        <p:nvCxnSpPr>
          <p:cNvPr id="19" name="Straight Arrow Connector 18">
            <a:extLst>
              <a:ext uri="{FF2B5EF4-FFF2-40B4-BE49-F238E27FC236}">
                <a16:creationId xmlns:a16="http://schemas.microsoft.com/office/drawing/2014/main" id="{875E145A-9D3C-65BA-791A-07366071DC2A}"/>
              </a:ext>
            </a:extLst>
          </p:cNvPr>
          <p:cNvCxnSpPr>
            <a:cxnSpLocks/>
          </p:cNvCxnSpPr>
          <p:nvPr/>
        </p:nvCxnSpPr>
        <p:spPr>
          <a:xfrm>
            <a:off x="6198450" y="2773537"/>
            <a:ext cx="0" cy="693995"/>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657DBEE8-5B04-3679-BCDC-267C0B8EB008}"/>
              </a:ext>
            </a:extLst>
          </p:cNvPr>
          <p:cNvSpPr txBox="1"/>
          <p:nvPr/>
        </p:nvSpPr>
        <p:spPr>
          <a:xfrm>
            <a:off x="5183799" y="2807931"/>
            <a:ext cx="1195490" cy="461665"/>
          </a:xfrm>
          <a:prstGeom prst="rect">
            <a:avLst/>
          </a:prstGeom>
          <a:noFill/>
          <a:effectLst/>
        </p:spPr>
        <p:txBody>
          <a:bodyPr wrap="square" rtlCol="0">
            <a:spAutoFit/>
          </a:bodyPr>
          <a:lstStyle/>
          <a:p>
            <a:pPr algn="ctr"/>
            <a:r>
              <a:rPr lang="en-GB" sz="1200" dirty="0"/>
              <a:t>Death from disease</a:t>
            </a:r>
          </a:p>
        </p:txBody>
      </p:sp>
      <p:sp>
        <p:nvSpPr>
          <p:cNvPr id="21" name="TextBox 20">
            <a:extLst>
              <a:ext uri="{FF2B5EF4-FFF2-40B4-BE49-F238E27FC236}">
                <a16:creationId xmlns:a16="http://schemas.microsoft.com/office/drawing/2014/main" id="{B733AC46-20A5-6B26-8591-DEF1245B9F92}"/>
              </a:ext>
            </a:extLst>
          </p:cNvPr>
          <p:cNvSpPr txBox="1"/>
          <p:nvPr/>
        </p:nvSpPr>
        <p:spPr>
          <a:xfrm>
            <a:off x="8054276" y="3606992"/>
            <a:ext cx="1195490" cy="276999"/>
          </a:xfrm>
          <a:prstGeom prst="rect">
            <a:avLst/>
          </a:prstGeom>
          <a:noFill/>
          <a:effectLst/>
        </p:spPr>
        <p:txBody>
          <a:bodyPr wrap="square" rtlCol="0">
            <a:spAutoFit/>
          </a:bodyPr>
          <a:lstStyle/>
          <a:p>
            <a:pPr algn="ctr"/>
            <a:r>
              <a:rPr lang="en-GB" sz="1200" dirty="0"/>
              <a:t>Recovery</a:t>
            </a:r>
          </a:p>
        </p:txBody>
      </p:sp>
      <p:sp>
        <p:nvSpPr>
          <p:cNvPr id="22" name="TextBox 21">
            <a:extLst>
              <a:ext uri="{FF2B5EF4-FFF2-40B4-BE49-F238E27FC236}">
                <a16:creationId xmlns:a16="http://schemas.microsoft.com/office/drawing/2014/main" id="{FE38338D-515A-68F2-A9C3-203972004B4E}"/>
              </a:ext>
            </a:extLst>
          </p:cNvPr>
          <p:cNvSpPr txBox="1"/>
          <p:nvPr/>
        </p:nvSpPr>
        <p:spPr>
          <a:xfrm>
            <a:off x="3717311" y="2940451"/>
            <a:ext cx="1195490" cy="276999"/>
          </a:xfrm>
          <a:prstGeom prst="rect">
            <a:avLst/>
          </a:prstGeom>
          <a:noFill/>
          <a:effectLst/>
        </p:spPr>
        <p:txBody>
          <a:bodyPr wrap="square" rtlCol="0">
            <a:spAutoFit/>
          </a:bodyPr>
          <a:lstStyle/>
          <a:p>
            <a:pPr algn="ctr"/>
            <a:r>
              <a:rPr lang="en-GB" sz="1200" dirty="0"/>
              <a:t>Vaccination</a:t>
            </a:r>
          </a:p>
        </p:txBody>
      </p:sp>
      <p:sp>
        <p:nvSpPr>
          <p:cNvPr id="25" name="TextBox 24">
            <a:extLst>
              <a:ext uri="{FF2B5EF4-FFF2-40B4-BE49-F238E27FC236}">
                <a16:creationId xmlns:a16="http://schemas.microsoft.com/office/drawing/2014/main" id="{DEC32C28-CB0B-A552-3088-575E42E51CFD}"/>
              </a:ext>
            </a:extLst>
          </p:cNvPr>
          <p:cNvSpPr txBox="1"/>
          <p:nvPr/>
        </p:nvSpPr>
        <p:spPr>
          <a:xfrm>
            <a:off x="4510180" y="2441655"/>
            <a:ext cx="1195490" cy="276999"/>
          </a:xfrm>
          <a:prstGeom prst="rect">
            <a:avLst/>
          </a:prstGeom>
          <a:noFill/>
          <a:effectLst/>
        </p:spPr>
        <p:txBody>
          <a:bodyPr wrap="square" rtlCol="0">
            <a:spAutoFit/>
          </a:bodyPr>
          <a:lstStyle/>
          <a:p>
            <a:pPr algn="ctr"/>
            <a:r>
              <a:rPr lang="en-GB" sz="1200" dirty="0"/>
              <a:t>Infections</a:t>
            </a:r>
          </a:p>
        </p:txBody>
      </p:sp>
      <p:sp>
        <p:nvSpPr>
          <p:cNvPr id="37" name="TextBox 36">
            <a:extLst>
              <a:ext uri="{FF2B5EF4-FFF2-40B4-BE49-F238E27FC236}">
                <a16:creationId xmlns:a16="http://schemas.microsoft.com/office/drawing/2014/main" id="{875D893A-EF71-A1EB-1417-36E298D17835}"/>
              </a:ext>
            </a:extLst>
          </p:cNvPr>
          <p:cNvSpPr txBox="1"/>
          <p:nvPr/>
        </p:nvSpPr>
        <p:spPr>
          <a:xfrm>
            <a:off x="7080134" y="2963464"/>
            <a:ext cx="1195490" cy="276999"/>
          </a:xfrm>
          <a:prstGeom prst="rect">
            <a:avLst/>
          </a:prstGeom>
          <a:noFill/>
          <a:effectLst/>
        </p:spPr>
        <p:txBody>
          <a:bodyPr wrap="square" rtlCol="0">
            <a:spAutoFit/>
          </a:bodyPr>
          <a:lstStyle/>
          <a:p>
            <a:pPr algn="ctr"/>
            <a:r>
              <a:rPr lang="en-GB" sz="1200" dirty="0"/>
              <a:t>Hospitalisation</a:t>
            </a:r>
          </a:p>
        </p:txBody>
      </p:sp>
      <p:sp>
        <p:nvSpPr>
          <p:cNvPr id="49" name="Cloud 48">
            <a:extLst>
              <a:ext uri="{FF2B5EF4-FFF2-40B4-BE49-F238E27FC236}">
                <a16:creationId xmlns:a16="http://schemas.microsoft.com/office/drawing/2014/main" id="{6974FFEA-B8BE-437F-1A2D-BB799EE2A61B}"/>
              </a:ext>
            </a:extLst>
          </p:cNvPr>
          <p:cNvSpPr/>
          <p:nvPr/>
        </p:nvSpPr>
        <p:spPr>
          <a:xfrm>
            <a:off x="2125133" y="2302934"/>
            <a:ext cx="406400" cy="313266"/>
          </a:xfrm>
          <a:prstGeom prst="cloud">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 name="Cloud 49">
            <a:extLst>
              <a:ext uri="{FF2B5EF4-FFF2-40B4-BE49-F238E27FC236}">
                <a16:creationId xmlns:a16="http://schemas.microsoft.com/office/drawing/2014/main" id="{A2E0F0FB-6024-0661-A5EB-65A598A3EADB}"/>
              </a:ext>
            </a:extLst>
          </p:cNvPr>
          <p:cNvSpPr/>
          <p:nvPr/>
        </p:nvSpPr>
        <p:spPr>
          <a:xfrm>
            <a:off x="5995068" y="3444351"/>
            <a:ext cx="406400" cy="313266"/>
          </a:xfrm>
          <a:prstGeom prst="cloud">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a:extLst>
              <a:ext uri="{FF2B5EF4-FFF2-40B4-BE49-F238E27FC236}">
                <a16:creationId xmlns:a16="http://schemas.microsoft.com/office/drawing/2014/main" id="{96390810-601F-A5C0-A5EB-4D860EC9D484}"/>
              </a:ext>
            </a:extLst>
          </p:cNvPr>
          <p:cNvSpPr/>
          <p:nvPr/>
        </p:nvSpPr>
        <p:spPr>
          <a:xfrm>
            <a:off x="6645488" y="3570106"/>
            <a:ext cx="1236133" cy="626533"/>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ysClr val="windowText" lastClr="000000"/>
                </a:solidFill>
              </a:rPr>
              <a:t>Hospitalised</a:t>
            </a:r>
            <a:endParaRPr lang="en-GB" sz="1600" b="1" dirty="0">
              <a:solidFill>
                <a:sysClr val="windowText" lastClr="000000"/>
              </a:solidFill>
            </a:endParaRPr>
          </a:p>
        </p:txBody>
      </p:sp>
      <p:sp>
        <p:nvSpPr>
          <p:cNvPr id="52" name="Cloud 51">
            <a:extLst>
              <a:ext uri="{FF2B5EF4-FFF2-40B4-BE49-F238E27FC236}">
                <a16:creationId xmlns:a16="http://schemas.microsoft.com/office/drawing/2014/main" id="{867B2306-6D4B-2B11-D7B9-4988756C1A43}"/>
              </a:ext>
            </a:extLst>
          </p:cNvPr>
          <p:cNvSpPr/>
          <p:nvPr/>
        </p:nvSpPr>
        <p:spPr>
          <a:xfrm>
            <a:off x="7051581" y="4870487"/>
            <a:ext cx="406400" cy="313266"/>
          </a:xfrm>
          <a:prstGeom prst="cloud">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3C6FCCDB-E795-F04E-1ED0-21E98CD9B072}"/>
              </a:ext>
            </a:extLst>
          </p:cNvPr>
          <p:cNvSpPr/>
          <p:nvPr/>
        </p:nvSpPr>
        <p:spPr>
          <a:xfrm>
            <a:off x="3200401" y="2139151"/>
            <a:ext cx="1236133" cy="626533"/>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ysClr val="windowText" lastClr="000000"/>
                </a:solidFill>
              </a:rPr>
              <a:t>Susceptible</a:t>
            </a:r>
            <a:endParaRPr lang="en-GB" sz="1600" b="1" dirty="0">
              <a:solidFill>
                <a:sysClr val="windowText" lastClr="000000"/>
              </a:solidFill>
            </a:endParaRPr>
          </a:p>
        </p:txBody>
      </p:sp>
      <p:sp>
        <p:nvSpPr>
          <p:cNvPr id="41" name="TextBox 40">
            <a:extLst>
              <a:ext uri="{FF2B5EF4-FFF2-40B4-BE49-F238E27FC236}">
                <a16:creationId xmlns:a16="http://schemas.microsoft.com/office/drawing/2014/main" id="{FFE883FE-E384-C1DC-16C0-60EF15AA45DB}"/>
              </a:ext>
            </a:extLst>
          </p:cNvPr>
          <p:cNvSpPr txBox="1"/>
          <p:nvPr/>
        </p:nvSpPr>
        <p:spPr>
          <a:xfrm>
            <a:off x="6379289" y="5677692"/>
            <a:ext cx="5569314" cy="461665"/>
          </a:xfrm>
          <a:prstGeom prst="rect">
            <a:avLst/>
          </a:prstGeom>
          <a:noFill/>
        </p:spPr>
        <p:txBody>
          <a:bodyPr wrap="square" rtlCol="0">
            <a:spAutoFit/>
          </a:bodyPr>
          <a:lstStyle/>
          <a:p>
            <a:r>
              <a:rPr lang="en-GB" sz="2400" dirty="0"/>
              <a:t>*Each stock is vectorised by ethnicity</a:t>
            </a:r>
          </a:p>
        </p:txBody>
      </p:sp>
      <p:cxnSp>
        <p:nvCxnSpPr>
          <p:cNvPr id="7" name="Straight Arrow Connector 6">
            <a:extLst>
              <a:ext uri="{FF2B5EF4-FFF2-40B4-BE49-F238E27FC236}">
                <a16:creationId xmlns:a16="http://schemas.microsoft.com/office/drawing/2014/main" id="{6A8303A2-2571-DBF0-6030-339F2C368B01}"/>
              </a:ext>
            </a:extLst>
          </p:cNvPr>
          <p:cNvCxnSpPr>
            <a:cxnSpLocks/>
          </p:cNvCxnSpPr>
          <p:nvPr/>
        </p:nvCxnSpPr>
        <p:spPr>
          <a:xfrm>
            <a:off x="3556445" y="1600200"/>
            <a:ext cx="0" cy="538951"/>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Cloud 23">
            <a:extLst>
              <a:ext uri="{FF2B5EF4-FFF2-40B4-BE49-F238E27FC236}">
                <a16:creationId xmlns:a16="http://schemas.microsoft.com/office/drawing/2014/main" id="{1B3151AB-086C-9B82-2725-04385007AB18}"/>
              </a:ext>
            </a:extLst>
          </p:cNvPr>
          <p:cNvSpPr/>
          <p:nvPr/>
        </p:nvSpPr>
        <p:spPr>
          <a:xfrm>
            <a:off x="3353245" y="1341348"/>
            <a:ext cx="406400" cy="313266"/>
          </a:xfrm>
          <a:prstGeom prst="cloud">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6" name="TextBox 25">
            <a:extLst>
              <a:ext uri="{FF2B5EF4-FFF2-40B4-BE49-F238E27FC236}">
                <a16:creationId xmlns:a16="http://schemas.microsoft.com/office/drawing/2014/main" id="{64EFC904-A88C-6E68-3D9D-050643631FB3}"/>
              </a:ext>
            </a:extLst>
          </p:cNvPr>
          <p:cNvSpPr txBox="1"/>
          <p:nvPr/>
        </p:nvSpPr>
        <p:spPr>
          <a:xfrm>
            <a:off x="2701311" y="1685757"/>
            <a:ext cx="1016000" cy="276999"/>
          </a:xfrm>
          <a:prstGeom prst="rect">
            <a:avLst/>
          </a:prstGeom>
          <a:noFill/>
          <a:effectLst/>
        </p:spPr>
        <p:txBody>
          <a:bodyPr wrap="square" rtlCol="0">
            <a:spAutoFit/>
          </a:bodyPr>
          <a:lstStyle/>
          <a:p>
            <a:pPr algn="ctr"/>
            <a:r>
              <a:rPr lang="en-GB" sz="1200" dirty="0"/>
              <a:t>Migration</a:t>
            </a:r>
            <a:endParaRPr lang="en-GB" sz="1400" dirty="0"/>
          </a:p>
        </p:txBody>
      </p:sp>
    </p:spTree>
    <p:extLst>
      <p:ext uri="{BB962C8B-B14F-4D97-AF65-F5344CB8AC3E}">
        <p14:creationId xmlns:p14="http://schemas.microsoft.com/office/powerpoint/2010/main" val="3704669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Arc 56">
            <a:extLst>
              <a:ext uri="{FF2B5EF4-FFF2-40B4-BE49-F238E27FC236}">
                <a16:creationId xmlns:a16="http://schemas.microsoft.com/office/drawing/2014/main" id="{E07F90B0-129A-7EBA-5C15-346CEE50F026}"/>
              </a:ext>
            </a:extLst>
          </p:cNvPr>
          <p:cNvSpPr/>
          <p:nvPr/>
        </p:nvSpPr>
        <p:spPr>
          <a:xfrm rot="15448673" flipH="1">
            <a:off x="3438359" y="2435443"/>
            <a:ext cx="557904" cy="757015"/>
          </a:xfrm>
          <a:prstGeom prst="arc">
            <a:avLst>
              <a:gd name="adj1" fmla="val 13033792"/>
              <a:gd name="adj2" fmla="val 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p:sp>
        <p:nvSpPr>
          <p:cNvPr id="53" name="Arc 52">
            <a:extLst>
              <a:ext uri="{FF2B5EF4-FFF2-40B4-BE49-F238E27FC236}">
                <a16:creationId xmlns:a16="http://schemas.microsoft.com/office/drawing/2014/main" id="{D4C4FDBA-62C5-88EE-BE7A-C9C007AD4316}"/>
              </a:ext>
            </a:extLst>
          </p:cNvPr>
          <p:cNvSpPr/>
          <p:nvPr/>
        </p:nvSpPr>
        <p:spPr>
          <a:xfrm flipV="1">
            <a:off x="7443305" y="3397540"/>
            <a:ext cx="1405160" cy="1082082"/>
          </a:xfrm>
          <a:prstGeom prst="arc">
            <a:avLst>
              <a:gd name="adj1" fmla="val 12247892"/>
              <a:gd name="adj2" fmla="val 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 name="Title 1">
            <a:extLst>
              <a:ext uri="{FF2B5EF4-FFF2-40B4-BE49-F238E27FC236}">
                <a16:creationId xmlns:a16="http://schemas.microsoft.com/office/drawing/2014/main" id="{A2A3DC0B-C381-5ECE-E2A6-561329BDFF3E}"/>
              </a:ext>
            </a:extLst>
          </p:cNvPr>
          <p:cNvSpPr>
            <a:spLocks noGrp="1"/>
          </p:cNvSpPr>
          <p:nvPr>
            <p:ph type="title"/>
          </p:nvPr>
        </p:nvSpPr>
        <p:spPr/>
        <p:txBody>
          <a:bodyPr/>
          <a:lstStyle/>
          <a:p>
            <a:r>
              <a:rPr lang="en-GB" dirty="0"/>
              <a:t>Base model</a:t>
            </a:r>
          </a:p>
        </p:txBody>
      </p:sp>
      <p:cxnSp>
        <p:nvCxnSpPr>
          <p:cNvPr id="3" name="Straight Arrow Connector 2">
            <a:extLst>
              <a:ext uri="{FF2B5EF4-FFF2-40B4-BE49-F238E27FC236}">
                <a16:creationId xmlns:a16="http://schemas.microsoft.com/office/drawing/2014/main" id="{C791F971-7F5E-BA93-CC77-B00F88AA18F3}"/>
              </a:ext>
            </a:extLst>
          </p:cNvPr>
          <p:cNvCxnSpPr>
            <a:cxnSpLocks/>
          </p:cNvCxnSpPr>
          <p:nvPr/>
        </p:nvCxnSpPr>
        <p:spPr>
          <a:xfrm>
            <a:off x="3825241" y="2773537"/>
            <a:ext cx="0" cy="693995"/>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BC09E73B-8165-5DCB-78F2-25C0F56989D6}"/>
              </a:ext>
            </a:extLst>
          </p:cNvPr>
          <p:cNvSpPr/>
          <p:nvPr/>
        </p:nvSpPr>
        <p:spPr>
          <a:xfrm>
            <a:off x="5977468" y="2139153"/>
            <a:ext cx="1236133" cy="626533"/>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ysClr val="windowText" lastClr="000000"/>
                </a:solidFill>
              </a:rPr>
              <a:t>Infected</a:t>
            </a:r>
            <a:endParaRPr lang="en-GB" sz="1600" b="1" dirty="0">
              <a:solidFill>
                <a:sysClr val="windowText" lastClr="000000"/>
              </a:solidFill>
            </a:endParaRPr>
          </a:p>
        </p:txBody>
      </p:sp>
      <p:sp>
        <p:nvSpPr>
          <p:cNvPr id="6" name="Rectangle 5">
            <a:extLst>
              <a:ext uri="{FF2B5EF4-FFF2-40B4-BE49-F238E27FC236}">
                <a16:creationId xmlns:a16="http://schemas.microsoft.com/office/drawing/2014/main" id="{B050D79A-2161-BF89-3BA4-2AD71EDC03DE}"/>
              </a:ext>
            </a:extLst>
          </p:cNvPr>
          <p:cNvSpPr/>
          <p:nvPr/>
        </p:nvSpPr>
        <p:spPr>
          <a:xfrm>
            <a:off x="3207174" y="3459680"/>
            <a:ext cx="1236133" cy="626533"/>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ysClr val="windowText" lastClr="000000"/>
                </a:solidFill>
              </a:rPr>
              <a:t>Vaccinated</a:t>
            </a:r>
            <a:endParaRPr lang="en-GB" sz="1600" b="1" dirty="0">
              <a:solidFill>
                <a:sysClr val="windowText" lastClr="000000"/>
              </a:solidFill>
            </a:endParaRPr>
          </a:p>
        </p:txBody>
      </p:sp>
      <p:sp>
        <p:nvSpPr>
          <p:cNvPr id="8" name="Rectangle 7">
            <a:extLst>
              <a:ext uri="{FF2B5EF4-FFF2-40B4-BE49-F238E27FC236}">
                <a16:creationId xmlns:a16="http://schemas.microsoft.com/office/drawing/2014/main" id="{EE05F617-ABB5-F097-1E23-248340CEA715}"/>
              </a:ext>
            </a:extLst>
          </p:cNvPr>
          <p:cNvSpPr/>
          <p:nvPr/>
        </p:nvSpPr>
        <p:spPr>
          <a:xfrm>
            <a:off x="8754535" y="2139152"/>
            <a:ext cx="1236133" cy="626533"/>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ysClr val="windowText" lastClr="000000"/>
                </a:solidFill>
              </a:rPr>
              <a:t>Recovered</a:t>
            </a:r>
          </a:p>
        </p:txBody>
      </p:sp>
      <p:cxnSp>
        <p:nvCxnSpPr>
          <p:cNvPr id="9" name="Straight Arrow Connector 8">
            <a:extLst>
              <a:ext uri="{FF2B5EF4-FFF2-40B4-BE49-F238E27FC236}">
                <a16:creationId xmlns:a16="http://schemas.microsoft.com/office/drawing/2014/main" id="{760D51A5-C1C0-F0BF-489B-06F292E81D02}"/>
              </a:ext>
            </a:extLst>
          </p:cNvPr>
          <p:cNvCxnSpPr>
            <a:cxnSpLocks/>
            <a:endCxn id="4" idx="1"/>
          </p:cNvCxnSpPr>
          <p:nvPr/>
        </p:nvCxnSpPr>
        <p:spPr>
          <a:xfrm flipV="1">
            <a:off x="2510874" y="2452418"/>
            <a:ext cx="689527" cy="0"/>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BB7FA662-32B2-72B6-EE07-A1456C214FAC}"/>
              </a:ext>
            </a:extLst>
          </p:cNvPr>
          <p:cNvCxnSpPr>
            <a:cxnSpLocks/>
          </p:cNvCxnSpPr>
          <p:nvPr/>
        </p:nvCxnSpPr>
        <p:spPr>
          <a:xfrm flipV="1">
            <a:off x="4436534" y="2450794"/>
            <a:ext cx="1540934" cy="0"/>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06C09DB9-3DA6-8256-F177-0907744F3316}"/>
              </a:ext>
            </a:extLst>
          </p:cNvPr>
          <p:cNvCxnSpPr>
            <a:cxnSpLocks/>
          </p:cNvCxnSpPr>
          <p:nvPr/>
        </p:nvCxnSpPr>
        <p:spPr>
          <a:xfrm flipV="1">
            <a:off x="7213601" y="2450794"/>
            <a:ext cx="1540934" cy="0"/>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360961CC-6C7E-C6D5-7B46-3AB360AEB068}"/>
              </a:ext>
            </a:extLst>
          </p:cNvPr>
          <p:cNvCxnSpPr>
            <a:cxnSpLocks/>
          </p:cNvCxnSpPr>
          <p:nvPr/>
        </p:nvCxnSpPr>
        <p:spPr>
          <a:xfrm>
            <a:off x="7264942" y="4191554"/>
            <a:ext cx="0" cy="693995"/>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9A1E3DCB-2CBF-2936-17B2-90D14670982A}"/>
              </a:ext>
            </a:extLst>
          </p:cNvPr>
          <p:cNvSpPr txBox="1"/>
          <p:nvPr/>
        </p:nvSpPr>
        <p:spPr>
          <a:xfrm>
            <a:off x="2302612" y="2484360"/>
            <a:ext cx="1016000" cy="276999"/>
          </a:xfrm>
          <a:prstGeom prst="rect">
            <a:avLst/>
          </a:prstGeom>
          <a:noFill/>
          <a:effectLst/>
        </p:spPr>
        <p:txBody>
          <a:bodyPr wrap="square" rtlCol="0">
            <a:spAutoFit/>
          </a:bodyPr>
          <a:lstStyle/>
          <a:p>
            <a:pPr algn="ctr"/>
            <a:r>
              <a:rPr lang="en-GB" sz="1200" dirty="0"/>
              <a:t>Births</a:t>
            </a:r>
            <a:endParaRPr lang="en-GB" sz="1400" dirty="0"/>
          </a:p>
        </p:txBody>
      </p:sp>
      <p:sp>
        <p:nvSpPr>
          <p:cNvPr id="14" name="TextBox 13">
            <a:extLst>
              <a:ext uri="{FF2B5EF4-FFF2-40B4-BE49-F238E27FC236}">
                <a16:creationId xmlns:a16="http://schemas.microsoft.com/office/drawing/2014/main" id="{A0C183E7-C75A-B4DE-95D0-809995004521}"/>
              </a:ext>
            </a:extLst>
          </p:cNvPr>
          <p:cNvSpPr txBox="1"/>
          <p:nvPr/>
        </p:nvSpPr>
        <p:spPr>
          <a:xfrm>
            <a:off x="6237939" y="4221689"/>
            <a:ext cx="1195490" cy="461665"/>
          </a:xfrm>
          <a:prstGeom prst="rect">
            <a:avLst/>
          </a:prstGeom>
          <a:noFill/>
          <a:effectLst/>
        </p:spPr>
        <p:txBody>
          <a:bodyPr wrap="square" rtlCol="0">
            <a:spAutoFit/>
          </a:bodyPr>
          <a:lstStyle/>
          <a:p>
            <a:pPr algn="ctr"/>
            <a:r>
              <a:rPr lang="en-GB" sz="1200" dirty="0"/>
              <a:t>Death from disease</a:t>
            </a:r>
          </a:p>
        </p:txBody>
      </p:sp>
      <p:cxnSp>
        <p:nvCxnSpPr>
          <p:cNvPr id="15" name="Straight Arrow Connector 14">
            <a:extLst>
              <a:ext uri="{FF2B5EF4-FFF2-40B4-BE49-F238E27FC236}">
                <a16:creationId xmlns:a16="http://schemas.microsoft.com/office/drawing/2014/main" id="{807248F7-9B65-93D7-161A-783A21E27D4A}"/>
              </a:ext>
            </a:extLst>
          </p:cNvPr>
          <p:cNvCxnSpPr>
            <a:cxnSpLocks/>
          </p:cNvCxnSpPr>
          <p:nvPr/>
        </p:nvCxnSpPr>
        <p:spPr>
          <a:xfrm flipH="1">
            <a:off x="7820661" y="3883372"/>
            <a:ext cx="1579879" cy="1"/>
          </a:xfrm>
          <a:prstGeom prst="straightConnector1">
            <a:avLst/>
          </a:prstGeom>
          <a:ln w="57150">
            <a:solidFill>
              <a:srgbClr val="6F6F6F"/>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5486204A-04C6-3B76-06C1-50486586388C}"/>
              </a:ext>
            </a:extLst>
          </p:cNvPr>
          <p:cNvCxnSpPr>
            <a:cxnSpLocks/>
          </p:cNvCxnSpPr>
          <p:nvPr/>
        </p:nvCxnSpPr>
        <p:spPr>
          <a:xfrm flipV="1">
            <a:off x="9372601" y="2772834"/>
            <a:ext cx="0" cy="1136132"/>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961EC8AB-F662-D18B-40C6-3C0F9F7925F7}"/>
              </a:ext>
            </a:extLst>
          </p:cNvPr>
          <p:cNvCxnSpPr>
            <a:cxnSpLocks/>
          </p:cNvCxnSpPr>
          <p:nvPr/>
        </p:nvCxnSpPr>
        <p:spPr>
          <a:xfrm>
            <a:off x="7048907" y="2772834"/>
            <a:ext cx="0" cy="797274"/>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5E030119-94D6-43FF-9680-599225D0469E}"/>
              </a:ext>
            </a:extLst>
          </p:cNvPr>
          <p:cNvSpPr txBox="1"/>
          <p:nvPr/>
        </p:nvSpPr>
        <p:spPr>
          <a:xfrm>
            <a:off x="7345066" y="2447770"/>
            <a:ext cx="1195490" cy="276999"/>
          </a:xfrm>
          <a:prstGeom prst="rect">
            <a:avLst/>
          </a:prstGeom>
          <a:noFill/>
          <a:effectLst/>
        </p:spPr>
        <p:txBody>
          <a:bodyPr wrap="square" rtlCol="0">
            <a:spAutoFit/>
          </a:bodyPr>
          <a:lstStyle/>
          <a:p>
            <a:pPr algn="ctr"/>
            <a:r>
              <a:rPr lang="en-GB" sz="1200" dirty="0"/>
              <a:t>Recovery</a:t>
            </a:r>
          </a:p>
        </p:txBody>
      </p:sp>
      <p:cxnSp>
        <p:nvCxnSpPr>
          <p:cNvPr id="19" name="Straight Arrow Connector 18">
            <a:extLst>
              <a:ext uri="{FF2B5EF4-FFF2-40B4-BE49-F238E27FC236}">
                <a16:creationId xmlns:a16="http://schemas.microsoft.com/office/drawing/2014/main" id="{59C0562A-642F-2A9A-7E1B-3151C1DB3CBB}"/>
              </a:ext>
            </a:extLst>
          </p:cNvPr>
          <p:cNvCxnSpPr>
            <a:cxnSpLocks/>
          </p:cNvCxnSpPr>
          <p:nvPr/>
        </p:nvCxnSpPr>
        <p:spPr>
          <a:xfrm>
            <a:off x="6198450" y="2773537"/>
            <a:ext cx="0" cy="693995"/>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BFFD70D7-5ACA-F8A5-4974-4935F8FE6300}"/>
              </a:ext>
            </a:extLst>
          </p:cNvPr>
          <p:cNvSpPr txBox="1"/>
          <p:nvPr/>
        </p:nvSpPr>
        <p:spPr>
          <a:xfrm>
            <a:off x="5183799" y="2807931"/>
            <a:ext cx="1195490" cy="461665"/>
          </a:xfrm>
          <a:prstGeom prst="rect">
            <a:avLst/>
          </a:prstGeom>
          <a:noFill/>
          <a:effectLst/>
        </p:spPr>
        <p:txBody>
          <a:bodyPr wrap="square" rtlCol="0">
            <a:spAutoFit/>
          </a:bodyPr>
          <a:lstStyle/>
          <a:p>
            <a:pPr algn="ctr"/>
            <a:r>
              <a:rPr lang="en-GB" sz="1200" dirty="0"/>
              <a:t>Death from disease</a:t>
            </a:r>
          </a:p>
        </p:txBody>
      </p:sp>
      <p:sp>
        <p:nvSpPr>
          <p:cNvPr id="21" name="TextBox 20">
            <a:extLst>
              <a:ext uri="{FF2B5EF4-FFF2-40B4-BE49-F238E27FC236}">
                <a16:creationId xmlns:a16="http://schemas.microsoft.com/office/drawing/2014/main" id="{27ABF2B8-E2C0-5C4A-764A-3421DD056F79}"/>
              </a:ext>
            </a:extLst>
          </p:cNvPr>
          <p:cNvSpPr txBox="1"/>
          <p:nvPr/>
        </p:nvSpPr>
        <p:spPr>
          <a:xfrm>
            <a:off x="8054276" y="3606992"/>
            <a:ext cx="1195490" cy="276999"/>
          </a:xfrm>
          <a:prstGeom prst="rect">
            <a:avLst/>
          </a:prstGeom>
          <a:noFill/>
          <a:effectLst/>
        </p:spPr>
        <p:txBody>
          <a:bodyPr wrap="square" rtlCol="0">
            <a:spAutoFit/>
          </a:bodyPr>
          <a:lstStyle/>
          <a:p>
            <a:pPr algn="ctr"/>
            <a:r>
              <a:rPr lang="en-GB" sz="1200" dirty="0"/>
              <a:t>Recovery</a:t>
            </a:r>
          </a:p>
        </p:txBody>
      </p:sp>
      <p:sp>
        <p:nvSpPr>
          <p:cNvPr id="22" name="TextBox 21">
            <a:extLst>
              <a:ext uri="{FF2B5EF4-FFF2-40B4-BE49-F238E27FC236}">
                <a16:creationId xmlns:a16="http://schemas.microsoft.com/office/drawing/2014/main" id="{54AD07BC-BEC1-96D3-1260-C35AA5436EB3}"/>
              </a:ext>
            </a:extLst>
          </p:cNvPr>
          <p:cNvSpPr txBox="1"/>
          <p:nvPr/>
        </p:nvSpPr>
        <p:spPr>
          <a:xfrm>
            <a:off x="3717311" y="2940451"/>
            <a:ext cx="1195490" cy="276999"/>
          </a:xfrm>
          <a:prstGeom prst="rect">
            <a:avLst/>
          </a:prstGeom>
          <a:noFill/>
          <a:effectLst/>
        </p:spPr>
        <p:txBody>
          <a:bodyPr wrap="square" rtlCol="0">
            <a:spAutoFit/>
          </a:bodyPr>
          <a:lstStyle/>
          <a:p>
            <a:pPr algn="ctr"/>
            <a:r>
              <a:rPr lang="en-GB" sz="1200" dirty="0"/>
              <a:t>Vaccination</a:t>
            </a:r>
          </a:p>
        </p:txBody>
      </p:sp>
      <p:sp>
        <p:nvSpPr>
          <p:cNvPr id="24" name="Arc 23">
            <a:extLst>
              <a:ext uri="{FF2B5EF4-FFF2-40B4-BE49-F238E27FC236}">
                <a16:creationId xmlns:a16="http://schemas.microsoft.com/office/drawing/2014/main" id="{78C708DA-2BC4-B871-4944-964A4B227E83}"/>
              </a:ext>
            </a:extLst>
          </p:cNvPr>
          <p:cNvSpPr/>
          <p:nvPr/>
        </p:nvSpPr>
        <p:spPr>
          <a:xfrm flipH="1">
            <a:off x="5190374" y="1858369"/>
            <a:ext cx="1405160" cy="1082082"/>
          </a:xfrm>
          <a:prstGeom prst="arc">
            <a:avLst>
              <a:gd name="adj1" fmla="val 12247892"/>
              <a:gd name="adj2" fmla="val 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5" name="TextBox 24">
            <a:extLst>
              <a:ext uri="{FF2B5EF4-FFF2-40B4-BE49-F238E27FC236}">
                <a16:creationId xmlns:a16="http://schemas.microsoft.com/office/drawing/2014/main" id="{85289A16-6FD5-57ED-34B0-181AA51F9FB9}"/>
              </a:ext>
            </a:extLst>
          </p:cNvPr>
          <p:cNvSpPr txBox="1"/>
          <p:nvPr/>
        </p:nvSpPr>
        <p:spPr>
          <a:xfrm>
            <a:off x="4510180" y="2441655"/>
            <a:ext cx="1195490" cy="276999"/>
          </a:xfrm>
          <a:prstGeom prst="rect">
            <a:avLst/>
          </a:prstGeom>
          <a:noFill/>
          <a:effectLst/>
        </p:spPr>
        <p:txBody>
          <a:bodyPr wrap="square" rtlCol="0">
            <a:spAutoFit/>
          </a:bodyPr>
          <a:lstStyle/>
          <a:p>
            <a:pPr algn="ctr"/>
            <a:r>
              <a:rPr lang="en-GB" sz="1200" dirty="0"/>
              <a:t>Infections</a:t>
            </a:r>
          </a:p>
        </p:txBody>
      </p:sp>
      <p:sp>
        <p:nvSpPr>
          <p:cNvPr id="37" name="TextBox 36">
            <a:extLst>
              <a:ext uri="{FF2B5EF4-FFF2-40B4-BE49-F238E27FC236}">
                <a16:creationId xmlns:a16="http://schemas.microsoft.com/office/drawing/2014/main" id="{F849F34B-D1B4-4B23-0AE7-6B17FF6B68C2}"/>
              </a:ext>
            </a:extLst>
          </p:cNvPr>
          <p:cNvSpPr txBox="1"/>
          <p:nvPr/>
        </p:nvSpPr>
        <p:spPr>
          <a:xfrm>
            <a:off x="7080134" y="2963464"/>
            <a:ext cx="1195490" cy="276999"/>
          </a:xfrm>
          <a:prstGeom prst="rect">
            <a:avLst/>
          </a:prstGeom>
          <a:noFill/>
          <a:effectLst/>
        </p:spPr>
        <p:txBody>
          <a:bodyPr wrap="square" rtlCol="0">
            <a:spAutoFit/>
          </a:bodyPr>
          <a:lstStyle/>
          <a:p>
            <a:pPr algn="ctr"/>
            <a:r>
              <a:rPr lang="en-GB" sz="1200" dirty="0"/>
              <a:t>Hospitalisation</a:t>
            </a:r>
          </a:p>
        </p:txBody>
      </p:sp>
      <p:sp>
        <p:nvSpPr>
          <p:cNvPr id="49" name="Cloud 48">
            <a:extLst>
              <a:ext uri="{FF2B5EF4-FFF2-40B4-BE49-F238E27FC236}">
                <a16:creationId xmlns:a16="http://schemas.microsoft.com/office/drawing/2014/main" id="{5531A432-FA13-35B9-DC09-743837CA61B5}"/>
              </a:ext>
            </a:extLst>
          </p:cNvPr>
          <p:cNvSpPr/>
          <p:nvPr/>
        </p:nvSpPr>
        <p:spPr>
          <a:xfrm>
            <a:off x="2125133" y="2302934"/>
            <a:ext cx="406400" cy="313266"/>
          </a:xfrm>
          <a:prstGeom prst="cloud">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 name="Cloud 49">
            <a:extLst>
              <a:ext uri="{FF2B5EF4-FFF2-40B4-BE49-F238E27FC236}">
                <a16:creationId xmlns:a16="http://schemas.microsoft.com/office/drawing/2014/main" id="{2AD89D66-ADC3-B4D8-E83C-4AC2B383BB6B}"/>
              </a:ext>
            </a:extLst>
          </p:cNvPr>
          <p:cNvSpPr/>
          <p:nvPr/>
        </p:nvSpPr>
        <p:spPr>
          <a:xfrm>
            <a:off x="5995068" y="3444351"/>
            <a:ext cx="406400" cy="313266"/>
          </a:xfrm>
          <a:prstGeom prst="cloud">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a:extLst>
              <a:ext uri="{FF2B5EF4-FFF2-40B4-BE49-F238E27FC236}">
                <a16:creationId xmlns:a16="http://schemas.microsoft.com/office/drawing/2014/main" id="{771936E2-0B33-C9D2-67D6-DB71959D6C84}"/>
              </a:ext>
            </a:extLst>
          </p:cNvPr>
          <p:cNvSpPr/>
          <p:nvPr/>
        </p:nvSpPr>
        <p:spPr>
          <a:xfrm>
            <a:off x="6645488" y="3570106"/>
            <a:ext cx="1236133" cy="626533"/>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ysClr val="windowText" lastClr="000000"/>
                </a:solidFill>
              </a:rPr>
              <a:t>Hospitalised</a:t>
            </a:r>
            <a:endParaRPr lang="en-GB" sz="1600" b="1" dirty="0">
              <a:solidFill>
                <a:sysClr val="windowText" lastClr="000000"/>
              </a:solidFill>
            </a:endParaRPr>
          </a:p>
        </p:txBody>
      </p:sp>
      <p:sp>
        <p:nvSpPr>
          <p:cNvPr id="52" name="Cloud 51">
            <a:extLst>
              <a:ext uri="{FF2B5EF4-FFF2-40B4-BE49-F238E27FC236}">
                <a16:creationId xmlns:a16="http://schemas.microsoft.com/office/drawing/2014/main" id="{1B124A9F-55C2-8543-6DE3-E5B7DF15DE2D}"/>
              </a:ext>
            </a:extLst>
          </p:cNvPr>
          <p:cNvSpPr/>
          <p:nvPr/>
        </p:nvSpPr>
        <p:spPr>
          <a:xfrm>
            <a:off x="7051581" y="4870487"/>
            <a:ext cx="406400" cy="313266"/>
          </a:xfrm>
          <a:prstGeom prst="cloud">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4" name="Arc 53">
            <a:extLst>
              <a:ext uri="{FF2B5EF4-FFF2-40B4-BE49-F238E27FC236}">
                <a16:creationId xmlns:a16="http://schemas.microsoft.com/office/drawing/2014/main" id="{A7C39C92-2F2B-B26F-F997-13DE0EEED5C5}"/>
              </a:ext>
            </a:extLst>
          </p:cNvPr>
          <p:cNvSpPr/>
          <p:nvPr/>
        </p:nvSpPr>
        <p:spPr>
          <a:xfrm>
            <a:off x="6547634" y="1857751"/>
            <a:ext cx="1405160" cy="1082082"/>
          </a:xfrm>
          <a:prstGeom prst="arc">
            <a:avLst>
              <a:gd name="adj1" fmla="val 12247892"/>
              <a:gd name="adj2" fmla="val 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56" name="Arc 55">
            <a:extLst>
              <a:ext uri="{FF2B5EF4-FFF2-40B4-BE49-F238E27FC236}">
                <a16:creationId xmlns:a16="http://schemas.microsoft.com/office/drawing/2014/main" id="{3C9476F5-4977-AE6A-210C-4ED593E24128}"/>
              </a:ext>
            </a:extLst>
          </p:cNvPr>
          <p:cNvSpPr/>
          <p:nvPr/>
        </p:nvSpPr>
        <p:spPr>
          <a:xfrm>
            <a:off x="3613489" y="1858127"/>
            <a:ext cx="1405160" cy="1082082"/>
          </a:xfrm>
          <a:prstGeom prst="arc">
            <a:avLst>
              <a:gd name="adj1" fmla="val 12247892"/>
              <a:gd name="adj2" fmla="val 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4" name="Rectangle 3">
            <a:extLst>
              <a:ext uri="{FF2B5EF4-FFF2-40B4-BE49-F238E27FC236}">
                <a16:creationId xmlns:a16="http://schemas.microsoft.com/office/drawing/2014/main" id="{4112BD6F-613B-A883-68BF-2C97671D7B94}"/>
              </a:ext>
            </a:extLst>
          </p:cNvPr>
          <p:cNvSpPr/>
          <p:nvPr/>
        </p:nvSpPr>
        <p:spPr>
          <a:xfrm>
            <a:off x="3200401" y="2139151"/>
            <a:ext cx="1236133" cy="626533"/>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ysClr val="windowText" lastClr="000000"/>
                </a:solidFill>
              </a:rPr>
              <a:t>Susceptible</a:t>
            </a:r>
            <a:endParaRPr lang="en-GB" sz="1600" b="1" dirty="0">
              <a:solidFill>
                <a:sysClr val="windowText" lastClr="000000"/>
              </a:solidFill>
            </a:endParaRPr>
          </a:p>
        </p:txBody>
      </p:sp>
      <p:cxnSp>
        <p:nvCxnSpPr>
          <p:cNvPr id="7" name="Straight Arrow Connector 6">
            <a:extLst>
              <a:ext uri="{FF2B5EF4-FFF2-40B4-BE49-F238E27FC236}">
                <a16:creationId xmlns:a16="http://schemas.microsoft.com/office/drawing/2014/main" id="{2D8A7E6A-92BE-C5FB-9529-78BC8B09BE34}"/>
              </a:ext>
            </a:extLst>
          </p:cNvPr>
          <p:cNvCxnSpPr>
            <a:cxnSpLocks/>
          </p:cNvCxnSpPr>
          <p:nvPr/>
        </p:nvCxnSpPr>
        <p:spPr>
          <a:xfrm>
            <a:off x="3556445" y="1600200"/>
            <a:ext cx="0" cy="538951"/>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23" name="Cloud 22">
            <a:extLst>
              <a:ext uri="{FF2B5EF4-FFF2-40B4-BE49-F238E27FC236}">
                <a16:creationId xmlns:a16="http://schemas.microsoft.com/office/drawing/2014/main" id="{42414205-9F48-3AE6-D550-DCBF9BE4D60D}"/>
              </a:ext>
            </a:extLst>
          </p:cNvPr>
          <p:cNvSpPr/>
          <p:nvPr/>
        </p:nvSpPr>
        <p:spPr>
          <a:xfrm>
            <a:off x="3353245" y="1341348"/>
            <a:ext cx="406400" cy="313266"/>
          </a:xfrm>
          <a:prstGeom prst="cloud">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7" name="TextBox 26">
            <a:extLst>
              <a:ext uri="{FF2B5EF4-FFF2-40B4-BE49-F238E27FC236}">
                <a16:creationId xmlns:a16="http://schemas.microsoft.com/office/drawing/2014/main" id="{06D9081B-ECB2-62B6-A6D3-7584CDFD3B07}"/>
              </a:ext>
            </a:extLst>
          </p:cNvPr>
          <p:cNvSpPr txBox="1"/>
          <p:nvPr/>
        </p:nvSpPr>
        <p:spPr>
          <a:xfrm>
            <a:off x="2701311" y="1685757"/>
            <a:ext cx="1016000" cy="276999"/>
          </a:xfrm>
          <a:prstGeom prst="rect">
            <a:avLst/>
          </a:prstGeom>
          <a:noFill/>
          <a:effectLst/>
        </p:spPr>
        <p:txBody>
          <a:bodyPr wrap="square" rtlCol="0">
            <a:spAutoFit/>
          </a:bodyPr>
          <a:lstStyle/>
          <a:p>
            <a:pPr algn="ctr"/>
            <a:r>
              <a:rPr lang="en-GB" sz="1200" dirty="0"/>
              <a:t>Migration</a:t>
            </a:r>
            <a:endParaRPr lang="en-GB" sz="1400" dirty="0"/>
          </a:p>
        </p:txBody>
      </p:sp>
    </p:spTree>
    <p:extLst>
      <p:ext uri="{BB962C8B-B14F-4D97-AF65-F5344CB8AC3E}">
        <p14:creationId xmlns:p14="http://schemas.microsoft.com/office/powerpoint/2010/main" val="2424082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07B21-9D19-7A2A-9981-9B0640030D74}"/>
            </a:ext>
          </a:extLst>
        </p:cNvPr>
        <p:cNvGrpSpPr/>
        <p:nvPr/>
      </p:nvGrpSpPr>
      <p:grpSpPr>
        <a:xfrm>
          <a:off x="0" y="0"/>
          <a:ext cx="0" cy="0"/>
          <a:chOff x="0" y="0"/>
          <a:chExt cx="0" cy="0"/>
        </a:xfrm>
      </p:grpSpPr>
      <p:sp>
        <p:nvSpPr>
          <p:cNvPr id="55" name="Arc 54">
            <a:extLst>
              <a:ext uri="{FF2B5EF4-FFF2-40B4-BE49-F238E27FC236}">
                <a16:creationId xmlns:a16="http://schemas.microsoft.com/office/drawing/2014/main" id="{9CCF19E4-AEFE-69A5-1F85-9B3383A73041}"/>
              </a:ext>
            </a:extLst>
          </p:cNvPr>
          <p:cNvSpPr/>
          <p:nvPr/>
        </p:nvSpPr>
        <p:spPr>
          <a:xfrm rot="15448673" flipH="1">
            <a:off x="3438359" y="2435443"/>
            <a:ext cx="557904" cy="757015"/>
          </a:xfrm>
          <a:prstGeom prst="arc">
            <a:avLst>
              <a:gd name="adj1" fmla="val 13033792"/>
              <a:gd name="adj2" fmla="val 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p:sp>
        <p:nvSpPr>
          <p:cNvPr id="53" name="Arc 52">
            <a:extLst>
              <a:ext uri="{FF2B5EF4-FFF2-40B4-BE49-F238E27FC236}">
                <a16:creationId xmlns:a16="http://schemas.microsoft.com/office/drawing/2014/main" id="{A66FA09F-CCAE-3EB8-34B9-663B03558F21}"/>
              </a:ext>
            </a:extLst>
          </p:cNvPr>
          <p:cNvSpPr/>
          <p:nvPr/>
        </p:nvSpPr>
        <p:spPr>
          <a:xfrm flipV="1">
            <a:off x="7443305" y="3397540"/>
            <a:ext cx="1405160" cy="1082082"/>
          </a:xfrm>
          <a:prstGeom prst="arc">
            <a:avLst>
              <a:gd name="adj1" fmla="val 12247892"/>
              <a:gd name="adj2" fmla="val 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 name="Title 1">
            <a:extLst>
              <a:ext uri="{FF2B5EF4-FFF2-40B4-BE49-F238E27FC236}">
                <a16:creationId xmlns:a16="http://schemas.microsoft.com/office/drawing/2014/main" id="{4FD0A5E0-FB72-81A2-2838-52B8459B78A1}"/>
              </a:ext>
            </a:extLst>
          </p:cNvPr>
          <p:cNvSpPr>
            <a:spLocks noGrp="1"/>
          </p:cNvSpPr>
          <p:nvPr>
            <p:ph type="title"/>
          </p:nvPr>
        </p:nvSpPr>
        <p:spPr/>
        <p:txBody>
          <a:bodyPr/>
          <a:lstStyle/>
          <a:p>
            <a:r>
              <a:rPr lang="en-GB" dirty="0"/>
              <a:t>Base model</a:t>
            </a:r>
          </a:p>
        </p:txBody>
      </p:sp>
      <p:cxnSp>
        <p:nvCxnSpPr>
          <p:cNvPr id="3" name="Straight Arrow Connector 2">
            <a:extLst>
              <a:ext uri="{FF2B5EF4-FFF2-40B4-BE49-F238E27FC236}">
                <a16:creationId xmlns:a16="http://schemas.microsoft.com/office/drawing/2014/main" id="{0B4703A8-AD76-2CE4-E4CC-2FDEC3DA964D}"/>
              </a:ext>
            </a:extLst>
          </p:cNvPr>
          <p:cNvCxnSpPr>
            <a:cxnSpLocks/>
          </p:cNvCxnSpPr>
          <p:nvPr/>
        </p:nvCxnSpPr>
        <p:spPr>
          <a:xfrm>
            <a:off x="3825241" y="2773537"/>
            <a:ext cx="0" cy="693995"/>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555908CB-2C55-1916-AB3D-24121A72B78A}"/>
              </a:ext>
            </a:extLst>
          </p:cNvPr>
          <p:cNvSpPr/>
          <p:nvPr/>
        </p:nvSpPr>
        <p:spPr>
          <a:xfrm>
            <a:off x="5977468" y="2139153"/>
            <a:ext cx="1236133" cy="626533"/>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ysClr val="windowText" lastClr="000000"/>
                </a:solidFill>
              </a:rPr>
              <a:t>Infected</a:t>
            </a:r>
            <a:endParaRPr lang="en-GB" sz="1600" b="1" dirty="0">
              <a:solidFill>
                <a:sysClr val="windowText" lastClr="000000"/>
              </a:solidFill>
            </a:endParaRPr>
          </a:p>
        </p:txBody>
      </p:sp>
      <p:sp>
        <p:nvSpPr>
          <p:cNvPr id="6" name="Rectangle 5">
            <a:extLst>
              <a:ext uri="{FF2B5EF4-FFF2-40B4-BE49-F238E27FC236}">
                <a16:creationId xmlns:a16="http://schemas.microsoft.com/office/drawing/2014/main" id="{B66E35CD-6871-DD2B-CA42-F4FDED39CE64}"/>
              </a:ext>
            </a:extLst>
          </p:cNvPr>
          <p:cNvSpPr/>
          <p:nvPr/>
        </p:nvSpPr>
        <p:spPr>
          <a:xfrm>
            <a:off x="3207174" y="3459680"/>
            <a:ext cx="1236133" cy="626533"/>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ysClr val="windowText" lastClr="000000"/>
                </a:solidFill>
              </a:rPr>
              <a:t>Vaccinated</a:t>
            </a:r>
            <a:endParaRPr lang="en-GB" sz="1600" b="1" dirty="0">
              <a:solidFill>
                <a:sysClr val="windowText" lastClr="000000"/>
              </a:solidFill>
            </a:endParaRPr>
          </a:p>
        </p:txBody>
      </p:sp>
      <p:sp>
        <p:nvSpPr>
          <p:cNvPr id="8" name="Rectangle 7">
            <a:extLst>
              <a:ext uri="{FF2B5EF4-FFF2-40B4-BE49-F238E27FC236}">
                <a16:creationId xmlns:a16="http://schemas.microsoft.com/office/drawing/2014/main" id="{70585366-AC46-9B3B-CB07-A47AC1E3F609}"/>
              </a:ext>
            </a:extLst>
          </p:cNvPr>
          <p:cNvSpPr/>
          <p:nvPr/>
        </p:nvSpPr>
        <p:spPr>
          <a:xfrm>
            <a:off x="8754535" y="2139152"/>
            <a:ext cx="1236133" cy="626533"/>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ysClr val="windowText" lastClr="000000"/>
                </a:solidFill>
              </a:rPr>
              <a:t>Recovered</a:t>
            </a:r>
          </a:p>
        </p:txBody>
      </p:sp>
      <p:cxnSp>
        <p:nvCxnSpPr>
          <p:cNvPr id="9" name="Straight Arrow Connector 8">
            <a:extLst>
              <a:ext uri="{FF2B5EF4-FFF2-40B4-BE49-F238E27FC236}">
                <a16:creationId xmlns:a16="http://schemas.microsoft.com/office/drawing/2014/main" id="{AB659F9E-1846-52BC-4AAB-3A066ACBE73F}"/>
              </a:ext>
            </a:extLst>
          </p:cNvPr>
          <p:cNvCxnSpPr>
            <a:cxnSpLocks/>
            <a:endCxn id="4" idx="1"/>
          </p:cNvCxnSpPr>
          <p:nvPr/>
        </p:nvCxnSpPr>
        <p:spPr>
          <a:xfrm flipV="1">
            <a:off x="2510874" y="2452418"/>
            <a:ext cx="689527" cy="0"/>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3BD4264C-33F9-8382-9927-B94F67CFF363}"/>
              </a:ext>
            </a:extLst>
          </p:cNvPr>
          <p:cNvCxnSpPr>
            <a:cxnSpLocks/>
          </p:cNvCxnSpPr>
          <p:nvPr/>
        </p:nvCxnSpPr>
        <p:spPr>
          <a:xfrm flipV="1">
            <a:off x="4436534" y="2450794"/>
            <a:ext cx="1540934" cy="0"/>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05E6F45C-0066-3FAA-ADCD-F7E24CBD1F92}"/>
              </a:ext>
            </a:extLst>
          </p:cNvPr>
          <p:cNvCxnSpPr>
            <a:cxnSpLocks/>
          </p:cNvCxnSpPr>
          <p:nvPr/>
        </p:nvCxnSpPr>
        <p:spPr>
          <a:xfrm flipV="1">
            <a:off x="7213601" y="2450794"/>
            <a:ext cx="1540934" cy="0"/>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64DB6E51-AF43-2ACB-2874-6ABD88E5A905}"/>
              </a:ext>
            </a:extLst>
          </p:cNvPr>
          <p:cNvCxnSpPr>
            <a:cxnSpLocks/>
          </p:cNvCxnSpPr>
          <p:nvPr/>
        </p:nvCxnSpPr>
        <p:spPr>
          <a:xfrm>
            <a:off x="7264942" y="4191554"/>
            <a:ext cx="0" cy="693995"/>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B255AA54-02B9-FEAD-DBE1-12FDBD4FCDC1}"/>
              </a:ext>
            </a:extLst>
          </p:cNvPr>
          <p:cNvSpPr txBox="1"/>
          <p:nvPr/>
        </p:nvSpPr>
        <p:spPr>
          <a:xfrm>
            <a:off x="2302612" y="2484360"/>
            <a:ext cx="1016000" cy="276999"/>
          </a:xfrm>
          <a:prstGeom prst="rect">
            <a:avLst/>
          </a:prstGeom>
          <a:noFill/>
          <a:effectLst/>
        </p:spPr>
        <p:txBody>
          <a:bodyPr wrap="square" rtlCol="0">
            <a:spAutoFit/>
          </a:bodyPr>
          <a:lstStyle/>
          <a:p>
            <a:pPr algn="ctr"/>
            <a:r>
              <a:rPr lang="en-GB" sz="1200" dirty="0"/>
              <a:t>Births</a:t>
            </a:r>
            <a:endParaRPr lang="en-GB" sz="1400" dirty="0"/>
          </a:p>
        </p:txBody>
      </p:sp>
      <p:sp>
        <p:nvSpPr>
          <p:cNvPr id="14" name="TextBox 13">
            <a:extLst>
              <a:ext uri="{FF2B5EF4-FFF2-40B4-BE49-F238E27FC236}">
                <a16:creationId xmlns:a16="http://schemas.microsoft.com/office/drawing/2014/main" id="{B23005CB-2767-742B-9F61-57CD64D35884}"/>
              </a:ext>
            </a:extLst>
          </p:cNvPr>
          <p:cNvSpPr txBox="1"/>
          <p:nvPr/>
        </p:nvSpPr>
        <p:spPr>
          <a:xfrm>
            <a:off x="6237939" y="4221689"/>
            <a:ext cx="1195490" cy="461665"/>
          </a:xfrm>
          <a:prstGeom prst="rect">
            <a:avLst/>
          </a:prstGeom>
          <a:noFill/>
          <a:effectLst/>
        </p:spPr>
        <p:txBody>
          <a:bodyPr wrap="square" rtlCol="0">
            <a:spAutoFit/>
          </a:bodyPr>
          <a:lstStyle/>
          <a:p>
            <a:pPr algn="ctr"/>
            <a:r>
              <a:rPr lang="en-GB" sz="1200" dirty="0"/>
              <a:t>Death from disease</a:t>
            </a:r>
          </a:p>
        </p:txBody>
      </p:sp>
      <p:cxnSp>
        <p:nvCxnSpPr>
          <p:cNvPr id="15" name="Straight Arrow Connector 14">
            <a:extLst>
              <a:ext uri="{FF2B5EF4-FFF2-40B4-BE49-F238E27FC236}">
                <a16:creationId xmlns:a16="http://schemas.microsoft.com/office/drawing/2014/main" id="{45F8135B-7457-1A34-8A04-FA1D5E3FCFFB}"/>
              </a:ext>
            </a:extLst>
          </p:cNvPr>
          <p:cNvCxnSpPr>
            <a:cxnSpLocks/>
          </p:cNvCxnSpPr>
          <p:nvPr/>
        </p:nvCxnSpPr>
        <p:spPr>
          <a:xfrm flipH="1">
            <a:off x="7820661" y="3883372"/>
            <a:ext cx="1579879" cy="1"/>
          </a:xfrm>
          <a:prstGeom prst="straightConnector1">
            <a:avLst/>
          </a:prstGeom>
          <a:ln w="57150">
            <a:solidFill>
              <a:srgbClr val="6F6F6F"/>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E7D39324-A27D-D151-1418-2BC5FBDB9633}"/>
              </a:ext>
            </a:extLst>
          </p:cNvPr>
          <p:cNvCxnSpPr>
            <a:cxnSpLocks/>
          </p:cNvCxnSpPr>
          <p:nvPr/>
        </p:nvCxnSpPr>
        <p:spPr>
          <a:xfrm flipV="1">
            <a:off x="9372601" y="2772834"/>
            <a:ext cx="0" cy="1136132"/>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CA853DC4-6AD7-B0A7-35D1-3809BCAF4F3A}"/>
              </a:ext>
            </a:extLst>
          </p:cNvPr>
          <p:cNvCxnSpPr>
            <a:cxnSpLocks/>
          </p:cNvCxnSpPr>
          <p:nvPr/>
        </p:nvCxnSpPr>
        <p:spPr>
          <a:xfrm>
            <a:off x="7048907" y="2772834"/>
            <a:ext cx="0" cy="797274"/>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5982BB88-EB37-87B8-A23B-8E6587716E33}"/>
              </a:ext>
            </a:extLst>
          </p:cNvPr>
          <p:cNvSpPr txBox="1"/>
          <p:nvPr/>
        </p:nvSpPr>
        <p:spPr>
          <a:xfrm>
            <a:off x="7345066" y="2447770"/>
            <a:ext cx="1195490" cy="276999"/>
          </a:xfrm>
          <a:prstGeom prst="rect">
            <a:avLst/>
          </a:prstGeom>
          <a:noFill/>
          <a:effectLst/>
        </p:spPr>
        <p:txBody>
          <a:bodyPr wrap="square" rtlCol="0">
            <a:spAutoFit/>
          </a:bodyPr>
          <a:lstStyle/>
          <a:p>
            <a:pPr algn="ctr"/>
            <a:r>
              <a:rPr lang="en-GB" sz="1200" dirty="0"/>
              <a:t>Recovery</a:t>
            </a:r>
          </a:p>
        </p:txBody>
      </p:sp>
      <p:cxnSp>
        <p:nvCxnSpPr>
          <p:cNvPr id="19" name="Straight Arrow Connector 18">
            <a:extLst>
              <a:ext uri="{FF2B5EF4-FFF2-40B4-BE49-F238E27FC236}">
                <a16:creationId xmlns:a16="http://schemas.microsoft.com/office/drawing/2014/main" id="{9794D0B9-30E4-0A7F-D869-41330E1E52D5}"/>
              </a:ext>
            </a:extLst>
          </p:cNvPr>
          <p:cNvCxnSpPr>
            <a:cxnSpLocks/>
          </p:cNvCxnSpPr>
          <p:nvPr/>
        </p:nvCxnSpPr>
        <p:spPr>
          <a:xfrm>
            <a:off x="6198450" y="2773537"/>
            <a:ext cx="0" cy="693995"/>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67D08678-20DA-F471-8434-F7A3DB578C4D}"/>
              </a:ext>
            </a:extLst>
          </p:cNvPr>
          <p:cNvSpPr txBox="1"/>
          <p:nvPr/>
        </p:nvSpPr>
        <p:spPr>
          <a:xfrm>
            <a:off x="5183799" y="2807931"/>
            <a:ext cx="1195490" cy="461665"/>
          </a:xfrm>
          <a:prstGeom prst="rect">
            <a:avLst/>
          </a:prstGeom>
          <a:noFill/>
          <a:effectLst/>
        </p:spPr>
        <p:txBody>
          <a:bodyPr wrap="square" rtlCol="0">
            <a:spAutoFit/>
          </a:bodyPr>
          <a:lstStyle/>
          <a:p>
            <a:pPr algn="ctr"/>
            <a:r>
              <a:rPr lang="en-GB" sz="1200" dirty="0"/>
              <a:t>Death from disease</a:t>
            </a:r>
          </a:p>
        </p:txBody>
      </p:sp>
      <p:sp>
        <p:nvSpPr>
          <p:cNvPr id="21" name="TextBox 20">
            <a:extLst>
              <a:ext uri="{FF2B5EF4-FFF2-40B4-BE49-F238E27FC236}">
                <a16:creationId xmlns:a16="http://schemas.microsoft.com/office/drawing/2014/main" id="{D120BC46-26C3-1DCA-0767-299DF4EC062B}"/>
              </a:ext>
            </a:extLst>
          </p:cNvPr>
          <p:cNvSpPr txBox="1"/>
          <p:nvPr/>
        </p:nvSpPr>
        <p:spPr>
          <a:xfrm>
            <a:off x="8054276" y="3606992"/>
            <a:ext cx="1195490" cy="276999"/>
          </a:xfrm>
          <a:prstGeom prst="rect">
            <a:avLst/>
          </a:prstGeom>
          <a:noFill/>
          <a:effectLst/>
        </p:spPr>
        <p:txBody>
          <a:bodyPr wrap="square" rtlCol="0">
            <a:spAutoFit/>
          </a:bodyPr>
          <a:lstStyle/>
          <a:p>
            <a:pPr algn="ctr"/>
            <a:r>
              <a:rPr lang="en-GB" sz="1200" dirty="0"/>
              <a:t>Recovery</a:t>
            </a:r>
          </a:p>
        </p:txBody>
      </p:sp>
      <p:sp>
        <p:nvSpPr>
          <p:cNvPr id="22" name="TextBox 21">
            <a:extLst>
              <a:ext uri="{FF2B5EF4-FFF2-40B4-BE49-F238E27FC236}">
                <a16:creationId xmlns:a16="http://schemas.microsoft.com/office/drawing/2014/main" id="{62B57538-6980-1F6C-CAAC-4625629F65AB}"/>
              </a:ext>
            </a:extLst>
          </p:cNvPr>
          <p:cNvSpPr txBox="1"/>
          <p:nvPr/>
        </p:nvSpPr>
        <p:spPr>
          <a:xfrm>
            <a:off x="3717311" y="2940451"/>
            <a:ext cx="1195490" cy="276999"/>
          </a:xfrm>
          <a:prstGeom prst="rect">
            <a:avLst/>
          </a:prstGeom>
          <a:noFill/>
          <a:effectLst/>
        </p:spPr>
        <p:txBody>
          <a:bodyPr wrap="square" rtlCol="0">
            <a:spAutoFit/>
          </a:bodyPr>
          <a:lstStyle/>
          <a:p>
            <a:pPr algn="ctr"/>
            <a:r>
              <a:rPr lang="en-GB" sz="1200" dirty="0"/>
              <a:t>Vaccination</a:t>
            </a:r>
          </a:p>
        </p:txBody>
      </p:sp>
      <p:sp>
        <p:nvSpPr>
          <p:cNvPr id="23" name="Arc 22">
            <a:extLst>
              <a:ext uri="{FF2B5EF4-FFF2-40B4-BE49-F238E27FC236}">
                <a16:creationId xmlns:a16="http://schemas.microsoft.com/office/drawing/2014/main" id="{51223083-0648-9F12-B92B-3B890ED54CD6}"/>
              </a:ext>
            </a:extLst>
          </p:cNvPr>
          <p:cNvSpPr/>
          <p:nvPr/>
        </p:nvSpPr>
        <p:spPr>
          <a:xfrm>
            <a:off x="3613489" y="1858127"/>
            <a:ext cx="1405160" cy="1082082"/>
          </a:xfrm>
          <a:prstGeom prst="arc">
            <a:avLst>
              <a:gd name="adj1" fmla="val 12247892"/>
              <a:gd name="adj2" fmla="val 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4" name="Arc 23">
            <a:extLst>
              <a:ext uri="{FF2B5EF4-FFF2-40B4-BE49-F238E27FC236}">
                <a16:creationId xmlns:a16="http://schemas.microsoft.com/office/drawing/2014/main" id="{4B03D4DF-9150-1317-1850-25404BFF7AF0}"/>
              </a:ext>
            </a:extLst>
          </p:cNvPr>
          <p:cNvSpPr/>
          <p:nvPr/>
        </p:nvSpPr>
        <p:spPr>
          <a:xfrm flipH="1">
            <a:off x="5190374" y="1858369"/>
            <a:ext cx="1405160" cy="1082082"/>
          </a:xfrm>
          <a:prstGeom prst="arc">
            <a:avLst>
              <a:gd name="adj1" fmla="val 12247892"/>
              <a:gd name="adj2" fmla="val 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5" name="TextBox 24">
            <a:extLst>
              <a:ext uri="{FF2B5EF4-FFF2-40B4-BE49-F238E27FC236}">
                <a16:creationId xmlns:a16="http://schemas.microsoft.com/office/drawing/2014/main" id="{AD8BD528-B86C-4649-64D8-D9765C4B3D23}"/>
              </a:ext>
            </a:extLst>
          </p:cNvPr>
          <p:cNvSpPr txBox="1"/>
          <p:nvPr/>
        </p:nvSpPr>
        <p:spPr>
          <a:xfrm>
            <a:off x="4510180" y="2441655"/>
            <a:ext cx="1195490" cy="276999"/>
          </a:xfrm>
          <a:prstGeom prst="rect">
            <a:avLst/>
          </a:prstGeom>
          <a:noFill/>
          <a:effectLst/>
        </p:spPr>
        <p:txBody>
          <a:bodyPr wrap="square" rtlCol="0">
            <a:spAutoFit/>
          </a:bodyPr>
          <a:lstStyle/>
          <a:p>
            <a:pPr algn="ctr"/>
            <a:r>
              <a:rPr lang="en-GB" sz="1200" dirty="0"/>
              <a:t>Infections</a:t>
            </a:r>
          </a:p>
        </p:txBody>
      </p:sp>
      <p:sp>
        <p:nvSpPr>
          <p:cNvPr id="37" name="TextBox 36">
            <a:extLst>
              <a:ext uri="{FF2B5EF4-FFF2-40B4-BE49-F238E27FC236}">
                <a16:creationId xmlns:a16="http://schemas.microsoft.com/office/drawing/2014/main" id="{555CC935-A0E0-5B26-C6D1-BE546B4399E4}"/>
              </a:ext>
            </a:extLst>
          </p:cNvPr>
          <p:cNvSpPr txBox="1"/>
          <p:nvPr/>
        </p:nvSpPr>
        <p:spPr>
          <a:xfrm>
            <a:off x="7080134" y="2963464"/>
            <a:ext cx="1195490" cy="276999"/>
          </a:xfrm>
          <a:prstGeom prst="rect">
            <a:avLst/>
          </a:prstGeom>
          <a:noFill/>
          <a:effectLst/>
        </p:spPr>
        <p:txBody>
          <a:bodyPr wrap="square" rtlCol="0">
            <a:spAutoFit/>
          </a:bodyPr>
          <a:lstStyle/>
          <a:p>
            <a:pPr algn="ctr"/>
            <a:r>
              <a:rPr lang="en-GB" sz="1200" dirty="0"/>
              <a:t>Hospitalisation</a:t>
            </a:r>
          </a:p>
        </p:txBody>
      </p:sp>
      <p:sp>
        <p:nvSpPr>
          <p:cNvPr id="49" name="Cloud 48">
            <a:extLst>
              <a:ext uri="{FF2B5EF4-FFF2-40B4-BE49-F238E27FC236}">
                <a16:creationId xmlns:a16="http://schemas.microsoft.com/office/drawing/2014/main" id="{F4B24206-0C25-75F3-CB2A-7840250BA423}"/>
              </a:ext>
            </a:extLst>
          </p:cNvPr>
          <p:cNvSpPr/>
          <p:nvPr/>
        </p:nvSpPr>
        <p:spPr>
          <a:xfrm>
            <a:off x="2125133" y="2302934"/>
            <a:ext cx="406400" cy="313266"/>
          </a:xfrm>
          <a:prstGeom prst="cloud">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 name="Cloud 49">
            <a:extLst>
              <a:ext uri="{FF2B5EF4-FFF2-40B4-BE49-F238E27FC236}">
                <a16:creationId xmlns:a16="http://schemas.microsoft.com/office/drawing/2014/main" id="{190F7073-E0B2-0D58-2061-3770BBDC4C3E}"/>
              </a:ext>
            </a:extLst>
          </p:cNvPr>
          <p:cNvSpPr/>
          <p:nvPr/>
        </p:nvSpPr>
        <p:spPr>
          <a:xfrm>
            <a:off x="5995068" y="3444351"/>
            <a:ext cx="406400" cy="313266"/>
          </a:xfrm>
          <a:prstGeom prst="cloud">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a:extLst>
              <a:ext uri="{FF2B5EF4-FFF2-40B4-BE49-F238E27FC236}">
                <a16:creationId xmlns:a16="http://schemas.microsoft.com/office/drawing/2014/main" id="{BAE64206-A6D9-83BC-69C4-2ACC678CE50B}"/>
              </a:ext>
            </a:extLst>
          </p:cNvPr>
          <p:cNvSpPr/>
          <p:nvPr/>
        </p:nvSpPr>
        <p:spPr>
          <a:xfrm>
            <a:off x="6645488" y="3570106"/>
            <a:ext cx="1236133" cy="626533"/>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ysClr val="windowText" lastClr="000000"/>
                </a:solidFill>
              </a:rPr>
              <a:t>Hospitalised</a:t>
            </a:r>
            <a:endParaRPr lang="en-GB" sz="1600" b="1" dirty="0">
              <a:solidFill>
                <a:sysClr val="windowText" lastClr="000000"/>
              </a:solidFill>
            </a:endParaRPr>
          </a:p>
        </p:txBody>
      </p:sp>
      <p:sp>
        <p:nvSpPr>
          <p:cNvPr id="52" name="Cloud 51">
            <a:extLst>
              <a:ext uri="{FF2B5EF4-FFF2-40B4-BE49-F238E27FC236}">
                <a16:creationId xmlns:a16="http://schemas.microsoft.com/office/drawing/2014/main" id="{12C61A74-4242-03CF-03D9-98DC21FFA23B}"/>
              </a:ext>
            </a:extLst>
          </p:cNvPr>
          <p:cNvSpPr/>
          <p:nvPr/>
        </p:nvSpPr>
        <p:spPr>
          <a:xfrm>
            <a:off x="7051581" y="4870487"/>
            <a:ext cx="406400" cy="313266"/>
          </a:xfrm>
          <a:prstGeom prst="cloud">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4" name="Arc 53">
            <a:extLst>
              <a:ext uri="{FF2B5EF4-FFF2-40B4-BE49-F238E27FC236}">
                <a16:creationId xmlns:a16="http://schemas.microsoft.com/office/drawing/2014/main" id="{A2ACF1DA-9309-DA4A-AE17-245BC24EC651}"/>
              </a:ext>
            </a:extLst>
          </p:cNvPr>
          <p:cNvSpPr/>
          <p:nvPr/>
        </p:nvSpPr>
        <p:spPr>
          <a:xfrm>
            <a:off x="6547634" y="1857751"/>
            <a:ext cx="1405160" cy="1082082"/>
          </a:xfrm>
          <a:prstGeom prst="arc">
            <a:avLst>
              <a:gd name="adj1" fmla="val 12247892"/>
              <a:gd name="adj2" fmla="val 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7" name="TextBox 6">
            <a:extLst>
              <a:ext uri="{FF2B5EF4-FFF2-40B4-BE49-F238E27FC236}">
                <a16:creationId xmlns:a16="http://schemas.microsoft.com/office/drawing/2014/main" id="{2E3D6F85-62CD-D59D-D849-18B3748143D6}"/>
              </a:ext>
            </a:extLst>
          </p:cNvPr>
          <p:cNvSpPr txBox="1"/>
          <p:nvPr/>
        </p:nvSpPr>
        <p:spPr>
          <a:xfrm>
            <a:off x="1729076" y="3760024"/>
            <a:ext cx="1195490" cy="461665"/>
          </a:xfrm>
          <a:prstGeom prst="rect">
            <a:avLst/>
          </a:prstGeom>
          <a:noFill/>
          <a:effectLst/>
        </p:spPr>
        <p:txBody>
          <a:bodyPr wrap="square" rtlCol="0">
            <a:spAutoFit/>
          </a:bodyPr>
          <a:lstStyle/>
          <a:p>
            <a:pPr algn="ctr"/>
            <a:r>
              <a:rPr lang="en-GB" sz="1200" dirty="0">
                <a:solidFill>
                  <a:srgbClr val="C00000"/>
                </a:solidFill>
              </a:rPr>
              <a:t>Vaccination</a:t>
            </a:r>
          </a:p>
          <a:p>
            <a:pPr algn="ctr"/>
            <a:r>
              <a:rPr lang="en-GB" sz="1200" dirty="0">
                <a:solidFill>
                  <a:srgbClr val="C00000"/>
                </a:solidFill>
              </a:rPr>
              <a:t>rate</a:t>
            </a:r>
          </a:p>
        </p:txBody>
      </p:sp>
      <p:sp>
        <p:nvSpPr>
          <p:cNvPr id="26" name="Arc 25">
            <a:extLst>
              <a:ext uri="{FF2B5EF4-FFF2-40B4-BE49-F238E27FC236}">
                <a16:creationId xmlns:a16="http://schemas.microsoft.com/office/drawing/2014/main" id="{893D5FCB-90A9-DA00-2175-C6508932A8CA}"/>
              </a:ext>
            </a:extLst>
          </p:cNvPr>
          <p:cNvSpPr/>
          <p:nvPr/>
        </p:nvSpPr>
        <p:spPr>
          <a:xfrm rot="16497966">
            <a:off x="2709702" y="2816984"/>
            <a:ext cx="1906192" cy="2749142"/>
          </a:xfrm>
          <a:prstGeom prst="arc">
            <a:avLst>
              <a:gd name="adj1" fmla="val 17023147"/>
              <a:gd name="adj2" fmla="val 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7" name="TextBox 26">
            <a:extLst>
              <a:ext uri="{FF2B5EF4-FFF2-40B4-BE49-F238E27FC236}">
                <a16:creationId xmlns:a16="http://schemas.microsoft.com/office/drawing/2014/main" id="{05978738-F5F2-1684-6EEA-F218C15C663A}"/>
              </a:ext>
            </a:extLst>
          </p:cNvPr>
          <p:cNvSpPr txBox="1"/>
          <p:nvPr/>
        </p:nvSpPr>
        <p:spPr>
          <a:xfrm>
            <a:off x="4646372" y="1184784"/>
            <a:ext cx="936686" cy="461665"/>
          </a:xfrm>
          <a:prstGeom prst="rect">
            <a:avLst/>
          </a:prstGeom>
          <a:noFill/>
          <a:effectLst/>
        </p:spPr>
        <p:txBody>
          <a:bodyPr wrap="square" rtlCol="0">
            <a:spAutoFit/>
          </a:bodyPr>
          <a:lstStyle/>
          <a:p>
            <a:pPr algn="ctr"/>
            <a:r>
              <a:rPr lang="en-GB" sz="1200" dirty="0">
                <a:solidFill>
                  <a:srgbClr val="C00000"/>
                </a:solidFill>
              </a:rPr>
              <a:t>Infection rate</a:t>
            </a:r>
          </a:p>
        </p:txBody>
      </p:sp>
      <p:cxnSp>
        <p:nvCxnSpPr>
          <p:cNvPr id="30" name="Straight Arrow Connector 29">
            <a:extLst>
              <a:ext uri="{FF2B5EF4-FFF2-40B4-BE49-F238E27FC236}">
                <a16:creationId xmlns:a16="http://schemas.microsoft.com/office/drawing/2014/main" id="{BF7123F4-E81D-E98E-2D9F-A40785153A7B}"/>
              </a:ext>
            </a:extLst>
          </p:cNvPr>
          <p:cNvCxnSpPr>
            <a:cxnSpLocks/>
          </p:cNvCxnSpPr>
          <p:nvPr/>
        </p:nvCxnSpPr>
        <p:spPr>
          <a:xfrm>
            <a:off x="5085971" y="1617267"/>
            <a:ext cx="2277" cy="651450"/>
          </a:xfrm>
          <a:prstGeom prst="straightConnector1">
            <a:avLst/>
          </a:prstGeom>
          <a:ln w="28575">
            <a:solidFill>
              <a:srgbClr val="BF352D"/>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B9A4A36-3A49-EDD9-9312-7161068E7879}"/>
              </a:ext>
            </a:extLst>
          </p:cNvPr>
          <p:cNvSpPr/>
          <p:nvPr/>
        </p:nvSpPr>
        <p:spPr>
          <a:xfrm>
            <a:off x="3200401" y="2139151"/>
            <a:ext cx="1236133" cy="626533"/>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ysClr val="windowText" lastClr="000000"/>
                </a:solidFill>
              </a:rPr>
              <a:t>Susceptible</a:t>
            </a:r>
            <a:endParaRPr lang="en-GB" sz="1600" b="1" dirty="0">
              <a:solidFill>
                <a:sysClr val="windowText" lastClr="000000"/>
              </a:solidFill>
            </a:endParaRPr>
          </a:p>
        </p:txBody>
      </p:sp>
      <p:sp>
        <p:nvSpPr>
          <p:cNvPr id="33" name="TextBox 32">
            <a:extLst>
              <a:ext uri="{FF2B5EF4-FFF2-40B4-BE49-F238E27FC236}">
                <a16:creationId xmlns:a16="http://schemas.microsoft.com/office/drawing/2014/main" id="{5935015E-D7F1-F64D-67D3-4AE8F94B5EF9}"/>
              </a:ext>
            </a:extLst>
          </p:cNvPr>
          <p:cNvSpPr txBox="1"/>
          <p:nvPr/>
        </p:nvSpPr>
        <p:spPr>
          <a:xfrm>
            <a:off x="7562784" y="1155602"/>
            <a:ext cx="936686" cy="461665"/>
          </a:xfrm>
          <a:prstGeom prst="rect">
            <a:avLst/>
          </a:prstGeom>
          <a:noFill/>
          <a:effectLst/>
        </p:spPr>
        <p:txBody>
          <a:bodyPr wrap="square" rtlCol="0">
            <a:spAutoFit/>
          </a:bodyPr>
          <a:lstStyle/>
          <a:p>
            <a:pPr algn="ctr"/>
            <a:r>
              <a:rPr lang="en-GB" sz="1200" dirty="0">
                <a:solidFill>
                  <a:srgbClr val="C00000"/>
                </a:solidFill>
              </a:rPr>
              <a:t>Recovery rate</a:t>
            </a:r>
          </a:p>
        </p:txBody>
      </p:sp>
      <p:cxnSp>
        <p:nvCxnSpPr>
          <p:cNvPr id="34" name="Straight Arrow Connector 33">
            <a:extLst>
              <a:ext uri="{FF2B5EF4-FFF2-40B4-BE49-F238E27FC236}">
                <a16:creationId xmlns:a16="http://schemas.microsoft.com/office/drawing/2014/main" id="{6D9C141C-BF68-E029-3B02-463A1289D00B}"/>
              </a:ext>
            </a:extLst>
          </p:cNvPr>
          <p:cNvCxnSpPr>
            <a:cxnSpLocks/>
          </p:cNvCxnSpPr>
          <p:nvPr/>
        </p:nvCxnSpPr>
        <p:spPr>
          <a:xfrm>
            <a:off x="8031127" y="1617267"/>
            <a:ext cx="2277" cy="651450"/>
          </a:xfrm>
          <a:prstGeom prst="straightConnector1">
            <a:avLst/>
          </a:prstGeom>
          <a:ln w="28575">
            <a:solidFill>
              <a:srgbClr val="BF352D"/>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DEFA8A1-E501-541C-6355-79912183EAE8}"/>
              </a:ext>
            </a:extLst>
          </p:cNvPr>
          <p:cNvCxnSpPr>
            <a:cxnSpLocks/>
          </p:cNvCxnSpPr>
          <p:nvPr/>
        </p:nvCxnSpPr>
        <p:spPr>
          <a:xfrm>
            <a:off x="3556445" y="1600200"/>
            <a:ext cx="0" cy="538951"/>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29" name="Cloud 28">
            <a:extLst>
              <a:ext uri="{FF2B5EF4-FFF2-40B4-BE49-F238E27FC236}">
                <a16:creationId xmlns:a16="http://schemas.microsoft.com/office/drawing/2014/main" id="{119B4A05-0B48-913B-D9A0-D3CEF412BBB2}"/>
              </a:ext>
            </a:extLst>
          </p:cNvPr>
          <p:cNvSpPr/>
          <p:nvPr/>
        </p:nvSpPr>
        <p:spPr>
          <a:xfrm>
            <a:off x="3353245" y="1341348"/>
            <a:ext cx="406400" cy="313266"/>
          </a:xfrm>
          <a:prstGeom prst="cloud">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1" name="TextBox 30">
            <a:extLst>
              <a:ext uri="{FF2B5EF4-FFF2-40B4-BE49-F238E27FC236}">
                <a16:creationId xmlns:a16="http://schemas.microsoft.com/office/drawing/2014/main" id="{150EEF15-1380-5A86-C17E-C4D7BB8FFCBF}"/>
              </a:ext>
            </a:extLst>
          </p:cNvPr>
          <p:cNvSpPr txBox="1"/>
          <p:nvPr/>
        </p:nvSpPr>
        <p:spPr>
          <a:xfrm>
            <a:off x="2701311" y="1685757"/>
            <a:ext cx="1016000" cy="276999"/>
          </a:xfrm>
          <a:prstGeom prst="rect">
            <a:avLst/>
          </a:prstGeom>
          <a:noFill/>
          <a:effectLst/>
        </p:spPr>
        <p:txBody>
          <a:bodyPr wrap="square" rtlCol="0">
            <a:spAutoFit/>
          </a:bodyPr>
          <a:lstStyle/>
          <a:p>
            <a:pPr algn="ctr"/>
            <a:r>
              <a:rPr lang="en-GB" sz="1200" dirty="0"/>
              <a:t>Migration</a:t>
            </a:r>
            <a:endParaRPr lang="en-GB" sz="1400" dirty="0"/>
          </a:p>
        </p:txBody>
      </p:sp>
    </p:spTree>
    <p:extLst>
      <p:ext uri="{BB962C8B-B14F-4D97-AF65-F5344CB8AC3E}">
        <p14:creationId xmlns:p14="http://schemas.microsoft.com/office/powerpoint/2010/main" val="4221007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5E379-66A0-A154-3A33-F72B8F5283EB}"/>
            </a:ext>
          </a:extLst>
        </p:cNvPr>
        <p:cNvGrpSpPr/>
        <p:nvPr/>
      </p:nvGrpSpPr>
      <p:grpSpPr>
        <a:xfrm>
          <a:off x="0" y="0"/>
          <a:ext cx="0" cy="0"/>
          <a:chOff x="0" y="0"/>
          <a:chExt cx="0" cy="0"/>
        </a:xfrm>
      </p:grpSpPr>
      <p:sp>
        <p:nvSpPr>
          <p:cNvPr id="55" name="Arc 54">
            <a:extLst>
              <a:ext uri="{FF2B5EF4-FFF2-40B4-BE49-F238E27FC236}">
                <a16:creationId xmlns:a16="http://schemas.microsoft.com/office/drawing/2014/main" id="{73EDFEF7-1170-F6E1-FCA5-74B4CE9DB2D2}"/>
              </a:ext>
            </a:extLst>
          </p:cNvPr>
          <p:cNvSpPr/>
          <p:nvPr/>
        </p:nvSpPr>
        <p:spPr>
          <a:xfrm rot="15448673" flipH="1">
            <a:off x="3438359" y="2435443"/>
            <a:ext cx="557904" cy="757015"/>
          </a:xfrm>
          <a:prstGeom prst="arc">
            <a:avLst>
              <a:gd name="adj1" fmla="val 13033792"/>
              <a:gd name="adj2" fmla="val 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p:sp>
        <p:nvSpPr>
          <p:cNvPr id="53" name="Arc 52">
            <a:extLst>
              <a:ext uri="{FF2B5EF4-FFF2-40B4-BE49-F238E27FC236}">
                <a16:creationId xmlns:a16="http://schemas.microsoft.com/office/drawing/2014/main" id="{6A003636-4CE2-E90D-50B3-19434F92317C}"/>
              </a:ext>
            </a:extLst>
          </p:cNvPr>
          <p:cNvSpPr/>
          <p:nvPr/>
        </p:nvSpPr>
        <p:spPr>
          <a:xfrm flipV="1">
            <a:off x="7443305" y="3397540"/>
            <a:ext cx="1405160" cy="1082082"/>
          </a:xfrm>
          <a:prstGeom prst="arc">
            <a:avLst>
              <a:gd name="adj1" fmla="val 12247892"/>
              <a:gd name="adj2" fmla="val 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 name="Title 1">
            <a:extLst>
              <a:ext uri="{FF2B5EF4-FFF2-40B4-BE49-F238E27FC236}">
                <a16:creationId xmlns:a16="http://schemas.microsoft.com/office/drawing/2014/main" id="{EFB654B7-8D0F-0103-3BA6-91E1B317C8C8}"/>
              </a:ext>
            </a:extLst>
          </p:cNvPr>
          <p:cNvSpPr>
            <a:spLocks noGrp="1"/>
          </p:cNvSpPr>
          <p:nvPr>
            <p:ph type="title"/>
          </p:nvPr>
        </p:nvSpPr>
        <p:spPr/>
        <p:txBody>
          <a:bodyPr/>
          <a:lstStyle/>
          <a:p>
            <a:r>
              <a:rPr lang="en-GB" dirty="0"/>
              <a:t>Base model</a:t>
            </a:r>
          </a:p>
        </p:txBody>
      </p:sp>
      <p:cxnSp>
        <p:nvCxnSpPr>
          <p:cNvPr id="3" name="Straight Arrow Connector 2">
            <a:extLst>
              <a:ext uri="{FF2B5EF4-FFF2-40B4-BE49-F238E27FC236}">
                <a16:creationId xmlns:a16="http://schemas.microsoft.com/office/drawing/2014/main" id="{5A38D737-9A53-4804-20C0-55E5C69FEC91}"/>
              </a:ext>
            </a:extLst>
          </p:cNvPr>
          <p:cNvCxnSpPr>
            <a:cxnSpLocks/>
          </p:cNvCxnSpPr>
          <p:nvPr/>
        </p:nvCxnSpPr>
        <p:spPr>
          <a:xfrm>
            <a:off x="3825241" y="2773537"/>
            <a:ext cx="0" cy="693995"/>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789FD4E5-FC09-BB14-217D-FBCF7CE21E66}"/>
              </a:ext>
            </a:extLst>
          </p:cNvPr>
          <p:cNvSpPr/>
          <p:nvPr/>
        </p:nvSpPr>
        <p:spPr>
          <a:xfrm>
            <a:off x="3200401" y="2139151"/>
            <a:ext cx="1236133" cy="626533"/>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ysClr val="windowText" lastClr="000000"/>
                </a:solidFill>
              </a:rPr>
              <a:t>Susceptible</a:t>
            </a:r>
            <a:endParaRPr lang="en-GB" sz="1600" b="1" dirty="0">
              <a:solidFill>
                <a:sysClr val="windowText" lastClr="000000"/>
              </a:solidFill>
            </a:endParaRPr>
          </a:p>
        </p:txBody>
      </p:sp>
      <p:sp>
        <p:nvSpPr>
          <p:cNvPr id="5" name="Rectangle 4">
            <a:extLst>
              <a:ext uri="{FF2B5EF4-FFF2-40B4-BE49-F238E27FC236}">
                <a16:creationId xmlns:a16="http://schemas.microsoft.com/office/drawing/2014/main" id="{0541CA1C-CB79-F513-931C-112639E954FD}"/>
              </a:ext>
            </a:extLst>
          </p:cNvPr>
          <p:cNvSpPr/>
          <p:nvPr/>
        </p:nvSpPr>
        <p:spPr>
          <a:xfrm>
            <a:off x="5977468" y="2139153"/>
            <a:ext cx="1236133" cy="626533"/>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ysClr val="windowText" lastClr="000000"/>
                </a:solidFill>
              </a:rPr>
              <a:t>Infected</a:t>
            </a:r>
            <a:endParaRPr lang="en-GB" sz="1600" b="1" dirty="0">
              <a:solidFill>
                <a:sysClr val="windowText" lastClr="000000"/>
              </a:solidFill>
            </a:endParaRPr>
          </a:p>
        </p:txBody>
      </p:sp>
      <p:sp>
        <p:nvSpPr>
          <p:cNvPr id="6" name="Rectangle 5">
            <a:extLst>
              <a:ext uri="{FF2B5EF4-FFF2-40B4-BE49-F238E27FC236}">
                <a16:creationId xmlns:a16="http://schemas.microsoft.com/office/drawing/2014/main" id="{B7361AAB-2EF2-7C77-3801-EDE27335AAA0}"/>
              </a:ext>
            </a:extLst>
          </p:cNvPr>
          <p:cNvSpPr/>
          <p:nvPr/>
        </p:nvSpPr>
        <p:spPr>
          <a:xfrm>
            <a:off x="3207174" y="3459680"/>
            <a:ext cx="1236133" cy="626533"/>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ysClr val="windowText" lastClr="000000"/>
                </a:solidFill>
              </a:rPr>
              <a:t>Vaccinated</a:t>
            </a:r>
            <a:endParaRPr lang="en-GB" sz="1600" b="1" dirty="0">
              <a:solidFill>
                <a:sysClr val="windowText" lastClr="000000"/>
              </a:solidFill>
            </a:endParaRPr>
          </a:p>
        </p:txBody>
      </p:sp>
      <p:sp>
        <p:nvSpPr>
          <p:cNvPr id="8" name="Rectangle 7">
            <a:extLst>
              <a:ext uri="{FF2B5EF4-FFF2-40B4-BE49-F238E27FC236}">
                <a16:creationId xmlns:a16="http://schemas.microsoft.com/office/drawing/2014/main" id="{487E3915-E552-3F9A-2553-B84A2BE55406}"/>
              </a:ext>
            </a:extLst>
          </p:cNvPr>
          <p:cNvSpPr/>
          <p:nvPr/>
        </p:nvSpPr>
        <p:spPr>
          <a:xfrm>
            <a:off x="8754535" y="2139152"/>
            <a:ext cx="1236133" cy="626533"/>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ysClr val="windowText" lastClr="000000"/>
                </a:solidFill>
              </a:rPr>
              <a:t>Recovered</a:t>
            </a:r>
          </a:p>
        </p:txBody>
      </p:sp>
      <p:cxnSp>
        <p:nvCxnSpPr>
          <p:cNvPr id="9" name="Straight Arrow Connector 8">
            <a:extLst>
              <a:ext uri="{FF2B5EF4-FFF2-40B4-BE49-F238E27FC236}">
                <a16:creationId xmlns:a16="http://schemas.microsoft.com/office/drawing/2014/main" id="{0175CDDE-E807-22E8-DC66-7DEE5C4535A6}"/>
              </a:ext>
            </a:extLst>
          </p:cNvPr>
          <p:cNvCxnSpPr>
            <a:cxnSpLocks/>
            <a:endCxn id="4" idx="1"/>
          </p:cNvCxnSpPr>
          <p:nvPr/>
        </p:nvCxnSpPr>
        <p:spPr>
          <a:xfrm flipV="1">
            <a:off x="2510874" y="2452418"/>
            <a:ext cx="689527" cy="0"/>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92B55946-DA70-9DFE-BDFC-1DCBF564C036}"/>
              </a:ext>
            </a:extLst>
          </p:cNvPr>
          <p:cNvCxnSpPr>
            <a:cxnSpLocks/>
          </p:cNvCxnSpPr>
          <p:nvPr/>
        </p:nvCxnSpPr>
        <p:spPr>
          <a:xfrm flipV="1">
            <a:off x="4436534" y="2450794"/>
            <a:ext cx="1540934" cy="0"/>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0C1725B5-968E-CAC2-B0DE-F29EDEF6EE17}"/>
              </a:ext>
            </a:extLst>
          </p:cNvPr>
          <p:cNvCxnSpPr>
            <a:cxnSpLocks/>
          </p:cNvCxnSpPr>
          <p:nvPr/>
        </p:nvCxnSpPr>
        <p:spPr>
          <a:xfrm flipV="1">
            <a:off x="7213601" y="2450794"/>
            <a:ext cx="1540934" cy="0"/>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EA57AD9E-EF93-D2D2-2E28-A121904A7953}"/>
              </a:ext>
            </a:extLst>
          </p:cNvPr>
          <p:cNvCxnSpPr>
            <a:cxnSpLocks/>
          </p:cNvCxnSpPr>
          <p:nvPr/>
        </p:nvCxnSpPr>
        <p:spPr>
          <a:xfrm>
            <a:off x="7264942" y="4191554"/>
            <a:ext cx="0" cy="693995"/>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19072664-8F78-7F93-7985-2B4DE544FB3D}"/>
              </a:ext>
            </a:extLst>
          </p:cNvPr>
          <p:cNvSpPr txBox="1"/>
          <p:nvPr/>
        </p:nvSpPr>
        <p:spPr>
          <a:xfrm>
            <a:off x="2302612" y="2484360"/>
            <a:ext cx="1016000" cy="276999"/>
          </a:xfrm>
          <a:prstGeom prst="rect">
            <a:avLst/>
          </a:prstGeom>
          <a:noFill/>
          <a:effectLst/>
        </p:spPr>
        <p:txBody>
          <a:bodyPr wrap="square" rtlCol="0">
            <a:spAutoFit/>
          </a:bodyPr>
          <a:lstStyle/>
          <a:p>
            <a:pPr algn="ctr"/>
            <a:r>
              <a:rPr lang="en-GB" sz="1200" dirty="0"/>
              <a:t>Births</a:t>
            </a:r>
            <a:endParaRPr lang="en-GB" sz="1400" dirty="0"/>
          </a:p>
        </p:txBody>
      </p:sp>
      <p:sp>
        <p:nvSpPr>
          <p:cNvPr id="14" name="TextBox 13">
            <a:extLst>
              <a:ext uri="{FF2B5EF4-FFF2-40B4-BE49-F238E27FC236}">
                <a16:creationId xmlns:a16="http://schemas.microsoft.com/office/drawing/2014/main" id="{2FFB3EB9-EE11-3EB5-0BF8-FFB79A4C3243}"/>
              </a:ext>
            </a:extLst>
          </p:cNvPr>
          <p:cNvSpPr txBox="1"/>
          <p:nvPr/>
        </p:nvSpPr>
        <p:spPr>
          <a:xfrm>
            <a:off x="6237939" y="4221689"/>
            <a:ext cx="1195490" cy="461665"/>
          </a:xfrm>
          <a:prstGeom prst="rect">
            <a:avLst/>
          </a:prstGeom>
          <a:noFill/>
          <a:effectLst/>
        </p:spPr>
        <p:txBody>
          <a:bodyPr wrap="square" rtlCol="0">
            <a:spAutoFit/>
          </a:bodyPr>
          <a:lstStyle/>
          <a:p>
            <a:pPr algn="ctr"/>
            <a:r>
              <a:rPr lang="en-GB" sz="1200" dirty="0"/>
              <a:t>Death from disease</a:t>
            </a:r>
          </a:p>
        </p:txBody>
      </p:sp>
      <p:cxnSp>
        <p:nvCxnSpPr>
          <p:cNvPr id="15" name="Straight Arrow Connector 14">
            <a:extLst>
              <a:ext uri="{FF2B5EF4-FFF2-40B4-BE49-F238E27FC236}">
                <a16:creationId xmlns:a16="http://schemas.microsoft.com/office/drawing/2014/main" id="{6DE08A47-6AA7-4721-1EED-84AF5F184134}"/>
              </a:ext>
            </a:extLst>
          </p:cNvPr>
          <p:cNvCxnSpPr>
            <a:cxnSpLocks/>
          </p:cNvCxnSpPr>
          <p:nvPr/>
        </p:nvCxnSpPr>
        <p:spPr>
          <a:xfrm flipH="1">
            <a:off x="7820661" y="3883372"/>
            <a:ext cx="1579879" cy="1"/>
          </a:xfrm>
          <a:prstGeom prst="straightConnector1">
            <a:avLst/>
          </a:prstGeom>
          <a:ln w="57150">
            <a:solidFill>
              <a:srgbClr val="6F6F6F"/>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641FEAEC-2CA6-8B24-A9CD-1FBCA570A392}"/>
              </a:ext>
            </a:extLst>
          </p:cNvPr>
          <p:cNvCxnSpPr>
            <a:cxnSpLocks/>
          </p:cNvCxnSpPr>
          <p:nvPr/>
        </p:nvCxnSpPr>
        <p:spPr>
          <a:xfrm flipV="1">
            <a:off x="9372601" y="2772834"/>
            <a:ext cx="0" cy="1136132"/>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BED4F011-2AFA-BF38-DA19-36CEDBB1B84F}"/>
              </a:ext>
            </a:extLst>
          </p:cNvPr>
          <p:cNvCxnSpPr>
            <a:cxnSpLocks/>
          </p:cNvCxnSpPr>
          <p:nvPr/>
        </p:nvCxnSpPr>
        <p:spPr>
          <a:xfrm>
            <a:off x="7048907" y="2772834"/>
            <a:ext cx="0" cy="797274"/>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FC2B0368-FB2C-C076-8E03-660DABF51916}"/>
              </a:ext>
            </a:extLst>
          </p:cNvPr>
          <p:cNvSpPr txBox="1"/>
          <p:nvPr/>
        </p:nvSpPr>
        <p:spPr>
          <a:xfrm>
            <a:off x="7345066" y="2447770"/>
            <a:ext cx="1195490" cy="276999"/>
          </a:xfrm>
          <a:prstGeom prst="rect">
            <a:avLst/>
          </a:prstGeom>
          <a:noFill/>
          <a:effectLst/>
        </p:spPr>
        <p:txBody>
          <a:bodyPr wrap="square" rtlCol="0">
            <a:spAutoFit/>
          </a:bodyPr>
          <a:lstStyle/>
          <a:p>
            <a:pPr algn="ctr"/>
            <a:r>
              <a:rPr lang="en-GB" sz="1200" dirty="0"/>
              <a:t>Recovery</a:t>
            </a:r>
          </a:p>
        </p:txBody>
      </p:sp>
      <p:cxnSp>
        <p:nvCxnSpPr>
          <p:cNvPr id="19" name="Straight Arrow Connector 18">
            <a:extLst>
              <a:ext uri="{FF2B5EF4-FFF2-40B4-BE49-F238E27FC236}">
                <a16:creationId xmlns:a16="http://schemas.microsoft.com/office/drawing/2014/main" id="{D5A16787-26A2-5647-92B8-36796966FB9B}"/>
              </a:ext>
            </a:extLst>
          </p:cNvPr>
          <p:cNvCxnSpPr>
            <a:cxnSpLocks/>
          </p:cNvCxnSpPr>
          <p:nvPr/>
        </p:nvCxnSpPr>
        <p:spPr>
          <a:xfrm>
            <a:off x="6198450" y="2773537"/>
            <a:ext cx="0" cy="693995"/>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652CC0EC-0893-B266-55D3-299E02DFF403}"/>
              </a:ext>
            </a:extLst>
          </p:cNvPr>
          <p:cNvSpPr txBox="1"/>
          <p:nvPr/>
        </p:nvSpPr>
        <p:spPr>
          <a:xfrm>
            <a:off x="5183799" y="2807931"/>
            <a:ext cx="1195490" cy="461665"/>
          </a:xfrm>
          <a:prstGeom prst="rect">
            <a:avLst/>
          </a:prstGeom>
          <a:noFill/>
          <a:effectLst/>
        </p:spPr>
        <p:txBody>
          <a:bodyPr wrap="square" rtlCol="0">
            <a:spAutoFit/>
          </a:bodyPr>
          <a:lstStyle/>
          <a:p>
            <a:pPr algn="ctr"/>
            <a:r>
              <a:rPr lang="en-GB" sz="1200" dirty="0"/>
              <a:t>Death from disease</a:t>
            </a:r>
          </a:p>
        </p:txBody>
      </p:sp>
      <p:sp>
        <p:nvSpPr>
          <p:cNvPr id="21" name="TextBox 20">
            <a:extLst>
              <a:ext uri="{FF2B5EF4-FFF2-40B4-BE49-F238E27FC236}">
                <a16:creationId xmlns:a16="http://schemas.microsoft.com/office/drawing/2014/main" id="{EFACC597-F85B-1952-E7D8-980E1260D011}"/>
              </a:ext>
            </a:extLst>
          </p:cNvPr>
          <p:cNvSpPr txBox="1"/>
          <p:nvPr/>
        </p:nvSpPr>
        <p:spPr>
          <a:xfrm>
            <a:off x="8054276" y="3606992"/>
            <a:ext cx="1195490" cy="276999"/>
          </a:xfrm>
          <a:prstGeom prst="rect">
            <a:avLst/>
          </a:prstGeom>
          <a:noFill/>
          <a:effectLst/>
        </p:spPr>
        <p:txBody>
          <a:bodyPr wrap="square" rtlCol="0">
            <a:spAutoFit/>
          </a:bodyPr>
          <a:lstStyle/>
          <a:p>
            <a:pPr algn="ctr"/>
            <a:r>
              <a:rPr lang="en-GB" sz="1200" dirty="0"/>
              <a:t>Recovery</a:t>
            </a:r>
          </a:p>
        </p:txBody>
      </p:sp>
      <p:sp>
        <p:nvSpPr>
          <p:cNvPr id="22" name="TextBox 21">
            <a:extLst>
              <a:ext uri="{FF2B5EF4-FFF2-40B4-BE49-F238E27FC236}">
                <a16:creationId xmlns:a16="http://schemas.microsoft.com/office/drawing/2014/main" id="{28073198-A425-7A66-B4D9-C73883883C16}"/>
              </a:ext>
            </a:extLst>
          </p:cNvPr>
          <p:cNvSpPr txBox="1"/>
          <p:nvPr/>
        </p:nvSpPr>
        <p:spPr>
          <a:xfrm>
            <a:off x="3717311" y="2940451"/>
            <a:ext cx="1195490" cy="276999"/>
          </a:xfrm>
          <a:prstGeom prst="rect">
            <a:avLst/>
          </a:prstGeom>
          <a:noFill/>
          <a:effectLst/>
        </p:spPr>
        <p:txBody>
          <a:bodyPr wrap="square" rtlCol="0">
            <a:spAutoFit/>
          </a:bodyPr>
          <a:lstStyle/>
          <a:p>
            <a:pPr algn="ctr"/>
            <a:r>
              <a:rPr lang="en-GB" sz="1200" dirty="0"/>
              <a:t>Vaccination</a:t>
            </a:r>
          </a:p>
        </p:txBody>
      </p:sp>
      <p:sp>
        <p:nvSpPr>
          <p:cNvPr id="23" name="Arc 22">
            <a:extLst>
              <a:ext uri="{FF2B5EF4-FFF2-40B4-BE49-F238E27FC236}">
                <a16:creationId xmlns:a16="http://schemas.microsoft.com/office/drawing/2014/main" id="{71179339-4E3C-B82F-0621-ABDB376BBC00}"/>
              </a:ext>
            </a:extLst>
          </p:cNvPr>
          <p:cNvSpPr/>
          <p:nvPr/>
        </p:nvSpPr>
        <p:spPr>
          <a:xfrm>
            <a:off x="3613489" y="1858127"/>
            <a:ext cx="1405160" cy="1082082"/>
          </a:xfrm>
          <a:prstGeom prst="arc">
            <a:avLst>
              <a:gd name="adj1" fmla="val 12247892"/>
              <a:gd name="adj2" fmla="val 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4" name="Arc 23">
            <a:extLst>
              <a:ext uri="{FF2B5EF4-FFF2-40B4-BE49-F238E27FC236}">
                <a16:creationId xmlns:a16="http://schemas.microsoft.com/office/drawing/2014/main" id="{3E06B2F2-CA1A-F3B0-9991-246FF3566DF1}"/>
              </a:ext>
            </a:extLst>
          </p:cNvPr>
          <p:cNvSpPr/>
          <p:nvPr/>
        </p:nvSpPr>
        <p:spPr>
          <a:xfrm flipH="1">
            <a:off x="5190374" y="1858369"/>
            <a:ext cx="1405160" cy="1082082"/>
          </a:xfrm>
          <a:prstGeom prst="arc">
            <a:avLst>
              <a:gd name="adj1" fmla="val 12247892"/>
              <a:gd name="adj2" fmla="val 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5" name="TextBox 24">
            <a:extLst>
              <a:ext uri="{FF2B5EF4-FFF2-40B4-BE49-F238E27FC236}">
                <a16:creationId xmlns:a16="http://schemas.microsoft.com/office/drawing/2014/main" id="{98FB8F23-B6D4-0C7A-AC0C-B11D7BA9E5CF}"/>
              </a:ext>
            </a:extLst>
          </p:cNvPr>
          <p:cNvSpPr txBox="1"/>
          <p:nvPr/>
        </p:nvSpPr>
        <p:spPr>
          <a:xfrm>
            <a:off x="4510180" y="2441655"/>
            <a:ext cx="1195490" cy="276999"/>
          </a:xfrm>
          <a:prstGeom prst="rect">
            <a:avLst/>
          </a:prstGeom>
          <a:noFill/>
          <a:effectLst/>
        </p:spPr>
        <p:txBody>
          <a:bodyPr wrap="square" rtlCol="0">
            <a:spAutoFit/>
          </a:bodyPr>
          <a:lstStyle/>
          <a:p>
            <a:pPr algn="ctr"/>
            <a:r>
              <a:rPr lang="en-GB" sz="1200" dirty="0"/>
              <a:t>Infections</a:t>
            </a:r>
          </a:p>
        </p:txBody>
      </p:sp>
      <p:sp>
        <p:nvSpPr>
          <p:cNvPr id="37" name="TextBox 36">
            <a:extLst>
              <a:ext uri="{FF2B5EF4-FFF2-40B4-BE49-F238E27FC236}">
                <a16:creationId xmlns:a16="http://schemas.microsoft.com/office/drawing/2014/main" id="{5C253CDB-175C-CCC4-F5FF-C1447DF43260}"/>
              </a:ext>
            </a:extLst>
          </p:cNvPr>
          <p:cNvSpPr txBox="1"/>
          <p:nvPr/>
        </p:nvSpPr>
        <p:spPr>
          <a:xfrm>
            <a:off x="7080134" y="2963464"/>
            <a:ext cx="1195490" cy="276999"/>
          </a:xfrm>
          <a:prstGeom prst="rect">
            <a:avLst/>
          </a:prstGeom>
          <a:noFill/>
          <a:effectLst/>
        </p:spPr>
        <p:txBody>
          <a:bodyPr wrap="square" rtlCol="0">
            <a:spAutoFit/>
          </a:bodyPr>
          <a:lstStyle/>
          <a:p>
            <a:pPr algn="ctr"/>
            <a:r>
              <a:rPr lang="en-GB" sz="1200" dirty="0"/>
              <a:t>Hospitalisation</a:t>
            </a:r>
          </a:p>
        </p:txBody>
      </p:sp>
      <p:sp>
        <p:nvSpPr>
          <p:cNvPr id="49" name="Cloud 48">
            <a:extLst>
              <a:ext uri="{FF2B5EF4-FFF2-40B4-BE49-F238E27FC236}">
                <a16:creationId xmlns:a16="http://schemas.microsoft.com/office/drawing/2014/main" id="{5B1F2D47-B9E6-19EF-3294-60090508326C}"/>
              </a:ext>
            </a:extLst>
          </p:cNvPr>
          <p:cNvSpPr/>
          <p:nvPr/>
        </p:nvSpPr>
        <p:spPr>
          <a:xfrm>
            <a:off x="2125133" y="2302934"/>
            <a:ext cx="406400" cy="313266"/>
          </a:xfrm>
          <a:prstGeom prst="cloud">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 name="Cloud 49">
            <a:extLst>
              <a:ext uri="{FF2B5EF4-FFF2-40B4-BE49-F238E27FC236}">
                <a16:creationId xmlns:a16="http://schemas.microsoft.com/office/drawing/2014/main" id="{33949498-3D56-03A7-E51F-167B95A38BCE}"/>
              </a:ext>
            </a:extLst>
          </p:cNvPr>
          <p:cNvSpPr/>
          <p:nvPr/>
        </p:nvSpPr>
        <p:spPr>
          <a:xfrm>
            <a:off x="5995068" y="3444351"/>
            <a:ext cx="406400" cy="313266"/>
          </a:xfrm>
          <a:prstGeom prst="cloud">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a:extLst>
              <a:ext uri="{FF2B5EF4-FFF2-40B4-BE49-F238E27FC236}">
                <a16:creationId xmlns:a16="http://schemas.microsoft.com/office/drawing/2014/main" id="{AF427A11-E22B-D3F5-2792-EF9E32EF682E}"/>
              </a:ext>
            </a:extLst>
          </p:cNvPr>
          <p:cNvSpPr/>
          <p:nvPr/>
        </p:nvSpPr>
        <p:spPr>
          <a:xfrm>
            <a:off x="6645488" y="3570106"/>
            <a:ext cx="1236133" cy="626533"/>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ysClr val="windowText" lastClr="000000"/>
                </a:solidFill>
              </a:rPr>
              <a:t>Hospitalised</a:t>
            </a:r>
            <a:endParaRPr lang="en-GB" sz="1600" b="1" dirty="0">
              <a:solidFill>
                <a:sysClr val="windowText" lastClr="000000"/>
              </a:solidFill>
            </a:endParaRPr>
          </a:p>
        </p:txBody>
      </p:sp>
      <p:sp>
        <p:nvSpPr>
          <p:cNvPr id="52" name="Cloud 51">
            <a:extLst>
              <a:ext uri="{FF2B5EF4-FFF2-40B4-BE49-F238E27FC236}">
                <a16:creationId xmlns:a16="http://schemas.microsoft.com/office/drawing/2014/main" id="{57A2839A-93E4-F136-0DE9-B8424651C7ED}"/>
              </a:ext>
            </a:extLst>
          </p:cNvPr>
          <p:cNvSpPr/>
          <p:nvPr/>
        </p:nvSpPr>
        <p:spPr>
          <a:xfrm>
            <a:off x="7051581" y="4870487"/>
            <a:ext cx="406400" cy="313266"/>
          </a:xfrm>
          <a:prstGeom prst="cloud">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4" name="Arc 53">
            <a:extLst>
              <a:ext uri="{FF2B5EF4-FFF2-40B4-BE49-F238E27FC236}">
                <a16:creationId xmlns:a16="http://schemas.microsoft.com/office/drawing/2014/main" id="{02406613-FEBB-6DA9-9003-BBB111D39BAE}"/>
              </a:ext>
            </a:extLst>
          </p:cNvPr>
          <p:cNvSpPr/>
          <p:nvPr/>
        </p:nvSpPr>
        <p:spPr>
          <a:xfrm>
            <a:off x="6547634" y="1857751"/>
            <a:ext cx="1405160" cy="1082082"/>
          </a:xfrm>
          <a:prstGeom prst="arc">
            <a:avLst>
              <a:gd name="adj1" fmla="val 12247892"/>
              <a:gd name="adj2" fmla="val 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7" name="TextBox 6">
            <a:extLst>
              <a:ext uri="{FF2B5EF4-FFF2-40B4-BE49-F238E27FC236}">
                <a16:creationId xmlns:a16="http://schemas.microsoft.com/office/drawing/2014/main" id="{7B05E33B-3A9B-B7A1-C197-C5FFD121D382}"/>
              </a:ext>
            </a:extLst>
          </p:cNvPr>
          <p:cNvSpPr txBox="1"/>
          <p:nvPr/>
        </p:nvSpPr>
        <p:spPr>
          <a:xfrm>
            <a:off x="1729076" y="3760024"/>
            <a:ext cx="1195490" cy="461665"/>
          </a:xfrm>
          <a:prstGeom prst="rect">
            <a:avLst/>
          </a:prstGeom>
          <a:noFill/>
          <a:effectLst/>
        </p:spPr>
        <p:txBody>
          <a:bodyPr wrap="square" rtlCol="0">
            <a:spAutoFit/>
          </a:bodyPr>
          <a:lstStyle/>
          <a:p>
            <a:pPr algn="ctr"/>
            <a:r>
              <a:rPr lang="en-GB" sz="1200" dirty="0">
                <a:solidFill>
                  <a:srgbClr val="C00000"/>
                </a:solidFill>
              </a:rPr>
              <a:t>Vaccination</a:t>
            </a:r>
          </a:p>
          <a:p>
            <a:pPr algn="ctr"/>
            <a:r>
              <a:rPr lang="en-GB" sz="1200" dirty="0">
                <a:solidFill>
                  <a:srgbClr val="C00000"/>
                </a:solidFill>
              </a:rPr>
              <a:t>rate</a:t>
            </a:r>
          </a:p>
        </p:txBody>
      </p:sp>
      <p:sp>
        <p:nvSpPr>
          <p:cNvPr id="26" name="Arc 25">
            <a:extLst>
              <a:ext uri="{FF2B5EF4-FFF2-40B4-BE49-F238E27FC236}">
                <a16:creationId xmlns:a16="http://schemas.microsoft.com/office/drawing/2014/main" id="{1E361642-A113-F742-6FD7-5FD7E854B4CD}"/>
              </a:ext>
            </a:extLst>
          </p:cNvPr>
          <p:cNvSpPr/>
          <p:nvPr/>
        </p:nvSpPr>
        <p:spPr>
          <a:xfrm rot="16497966">
            <a:off x="2709702" y="2816984"/>
            <a:ext cx="1906192" cy="2749142"/>
          </a:xfrm>
          <a:prstGeom prst="arc">
            <a:avLst>
              <a:gd name="adj1" fmla="val 17023147"/>
              <a:gd name="adj2" fmla="val 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7" name="TextBox 26">
            <a:extLst>
              <a:ext uri="{FF2B5EF4-FFF2-40B4-BE49-F238E27FC236}">
                <a16:creationId xmlns:a16="http://schemas.microsoft.com/office/drawing/2014/main" id="{92AF99D9-7000-C9DC-E072-A6C033FDE83F}"/>
              </a:ext>
            </a:extLst>
          </p:cNvPr>
          <p:cNvSpPr txBox="1"/>
          <p:nvPr/>
        </p:nvSpPr>
        <p:spPr>
          <a:xfrm>
            <a:off x="4646372" y="1184784"/>
            <a:ext cx="936686" cy="461665"/>
          </a:xfrm>
          <a:prstGeom prst="rect">
            <a:avLst/>
          </a:prstGeom>
          <a:noFill/>
          <a:effectLst/>
        </p:spPr>
        <p:txBody>
          <a:bodyPr wrap="square" rtlCol="0">
            <a:spAutoFit/>
          </a:bodyPr>
          <a:lstStyle/>
          <a:p>
            <a:pPr algn="ctr"/>
            <a:r>
              <a:rPr lang="en-GB" sz="1200" dirty="0">
                <a:solidFill>
                  <a:srgbClr val="C00000"/>
                </a:solidFill>
              </a:rPr>
              <a:t>Infection rate</a:t>
            </a:r>
          </a:p>
        </p:txBody>
      </p:sp>
      <p:sp>
        <p:nvSpPr>
          <p:cNvPr id="28" name="Arc 27">
            <a:extLst>
              <a:ext uri="{FF2B5EF4-FFF2-40B4-BE49-F238E27FC236}">
                <a16:creationId xmlns:a16="http://schemas.microsoft.com/office/drawing/2014/main" id="{D4DEDA90-F24A-17BF-7355-B3C5E400381D}"/>
              </a:ext>
            </a:extLst>
          </p:cNvPr>
          <p:cNvSpPr/>
          <p:nvPr/>
        </p:nvSpPr>
        <p:spPr>
          <a:xfrm rot="9567067">
            <a:off x="2299621" y="2997684"/>
            <a:ext cx="1906192" cy="1865318"/>
          </a:xfrm>
          <a:prstGeom prst="arc">
            <a:avLst>
              <a:gd name="adj1" fmla="val 18804131"/>
              <a:gd name="adj2" fmla="val 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9" name="TextBox 28">
            <a:extLst>
              <a:ext uri="{FF2B5EF4-FFF2-40B4-BE49-F238E27FC236}">
                <a16:creationId xmlns:a16="http://schemas.microsoft.com/office/drawing/2014/main" id="{124EE0C1-0EBD-60EC-E39B-B9B711D1C451}"/>
              </a:ext>
            </a:extLst>
          </p:cNvPr>
          <p:cNvSpPr txBox="1"/>
          <p:nvPr/>
        </p:nvSpPr>
        <p:spPr>
          <a:xfrm>
            <a:off x="2763548" y="4591834"/>
            <a:ext cx="1195490" cy="646331"/>
          </a:xfrm>
          <a:prstGeom prst="rect">
            <a:avLst/>
          </a:prstGeom>
          <a:noFill/>
          <a:effectLst/>
        </p:spPr>
        <p:txBody>
          <a:bodyPr wrap="square" rtlCol="0">
            <a:spAutoFit/>
          </a:bodyPr>
          <a:lstStyle/>
          <a:p>
            <a:pPr algn="ctr"/>
            <a:r>
              <a:rPr lang="en-GB" sz="1200" dirty="0">
                <a:solidFill>
                  <a:srgbClr val="C00000"/>
                </a:solidFill>
              </a:rPr>
              <a:t>Parents’ willingness to vaccinate</a:t>
            </a:r>
          </a:p>
        </p:txBody>
      </p:sp>
      <p:sp>
        <p:nvSpPr>
          <p:cNvPr id="31" name="TextBox 30">
            <a:extLst>
              <a:ext uri="{FF2B5EF4-FFF2-40B4-BE49-F238E27FC236}">
                <a16:creationId xmlns:a16="http://schemas.microsoft.com/office/drawing/2014/main" id="{730BB6A4-3895-B276-8A92-08FF9F7AF457}"/>
              </a:ext>
            </a:extLst>
          </p:cNvPr>
          <p:cNvSpPr txBox="1"/>
          <p:nvPr/>
        </p:nvSpPr>
        <p:spPr>
          <a:xfrm>
            <a:off x="7562784" y="1155602"/>
            <a:ext cx="936686" cy="461665"/>
          </a:xfrm>
          <a:prstGeom prst="rect">
            <a:avLst/>
          </a:prstGeom>
          <a:noFill/>
          <a:effectLst/>
        </p:spPr>
        <p:txBody>
          <a:bodyPr wrap="square" rtlCol="0">
            <a:spAutoFit/>
          </a:bodyPr>
          <a:lstStyle/>
          <a:p>
            <a:pPr algn="ctr"/>
            <a:r>
              <a:rPr lang="en-GB" sz="1200" dirty="0">
                <a:solidFill>
                  <a:srgbClr val="C00000"/>
                </a:solidFill>
              </a:rPr>
              <a:t>Recovery rate</a:t>
            </a:r>
          </a:p>
        </p:txBody>
      </p:sp>
      <p:cxnSp>
        <p:nvCxnSpPr>
          <p:cNvPr id="32" name="Straight Arrow Connector 31">
            <a:extLst>
              <a:ext uri="{FF2B5EF4-FFF2-40B4-BE49-F238E27FC236}">
                <a16:creationId xmlns:a16="http://schemas.microsoft.com/office/drawing/2014/main" id="{E81EA59A-00E0-8A19-B2FD-7BCA3EE59090}"/>
              </a:ext>
            </a:extLst>
          </p:cNvPr>
          <p:cNvCxnSpPr>
            <a:cxnSpLocks/>
          </p:cNvCxnSpPr>
          <p:nvPr/>
        </p:nvCxnSpPr>
        <p:spPr>
          <a:xfrm>
            <a:off x="8031127" y="1617267"/>
            <a:ext cx="2277" cy="651450"/>
          </a:xfrm>
          <a:prstGeom prst="straightConnector1">
            <a:avLst/>
          </a:prstGeom>
          <a:ln w="28575">
            <a:solidFill>
              <a:srgbClr val="BF352D"/>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4DC16F6-A180-B378-59F8-0372AAC3B27E}"/>
              </a:ext>
            </a:extLst>
          </p:cNvPr>
          <p:cNvCxnSpPr>
            <a:cxnSpLocks/>
          </p:cNvCxnSpPr>
          <p:nvPr/>
        </p:nvCxnSpPr>
        <p:spPr>
          <a:xfrm>
            <a:off x="5085971" y="1617267"/>
            <a:ext cx="2277" cy="651450"/>
          </a:xfrm>
          <a:prstGeom prst="straightConnector1">
            <a:avLst/>
          </a:prstGeom>
          <a:ln w="28575">
            <a:solidFill>
              <a:srgbClr val="BF352D"/>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5710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F5FEC-2716-9F5A-FA1A-46244AB4C616}"/>
            </a:ext>
          </a:extLst>
        </p:cNvPr>
        <p:cNvGrpSpPr/>
        <p:nvPr/>
      </p:nvGrpSpPr>
      <p:grpSpPr>
        <a:xfrm>
          <a:off x="0" y="0"/>
          <a:ext cx="0" cy="0"/>
          <a:chOff x="0" y="0"/>
          <a:chExt cx="0" cy="0"/>
        </a:xfrm>
      </p:grpSpPr>
      <p:pic>
        <p:nvPicPr>
          <p:cNvPr id="5" name="Picture 2" descr="University of Birmingham Logo PNG Vector (EPS) Free Download">
            <a:extLst>
              <a:ext uri="{FF2B5EF4-FFF2-40B4-BE49-F238E27FC236}">
                <a16:creationId xmlns:a16="http://schemas.microsoft.com/office/drawing/2014/main" id="{4630DA68-56B1-217F-AA0F-09FD51A5D42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533" b="38889"/>
          <a:stretch>
            <a:fillRect/>
          </a:stretch>
        </p:blipFill>
        <p:spPr bwMode="auto">
          <a:xfrm>
            <a:off x="9702800" y="6161944"/>
            <a:ext cx="2407920" cy="54365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ACD282C1-1B71-6F5B-6A0C-CF249E1EB934}"/>
              </a:ext>
            </a:extLst>
          </p:cNvPr>
          <p:cNvSpPr>
            <a:spLocks noGrp="1"/>
          </p:cNvSpPr>
          <p:nvPr>
            <p:ph type="title"/>
          </p:nvPr>
        </p:nvSpPr>
        <p:spPr>
          <a:xfrm>
            <a:off x="1419225" y="1875544"/>
            <a:ext cx="9353550" cy="2916412"/>
          </a:xfrm>
        </p:spPr>
        <p:txBody>
          <a:bodyPr>
            <a:normAutofit fontScale="90000"/>
          </a:bodyPr>
          <a:lstStyle/>
          <a:p>
            <a:pPr algn="ctr"/>
            <a:r>
              <a:rPr lang="en-GB" dirty="0"/>
              <a:t>Activity – Part 1</a:t>
            </a:r>
            <a:br>
              <a:rPr lang="en-GB" dirty="0"/>
            </a:br>
            <a:br>
              <a:rPr lang="en-GB" dirty="0"/>
            </a:br>
            <a:r>
              <a:rPr lang="en-GB" b="0" dirty="0"/>
              <a:t>Use the sticky notes and pens to include as many factors influencing the system as possible </a:t>
            </a:r>
            <a:r>
              <a:rPr lang="en-GB" dirty="0"/>
              <a:t>and</a:t>
            </a:r>
            <a:r>
              <a:rPr lang="en-GB" b="0" dirty="0"/>
              <a:t> their interactions.</a:t>
            </a:r>
            <a:br>
              <a:rPr lang="en-GB" b="0" dirty="0"/>
            </a:br>
            <a:br>
              <a:rPr lang="en-GB" b="0" dirty="0"/>
            </a:br>
            <a:r>
              <a:rPr lang="en-GB" b="0" dirty="0"/>
              <a:t>Think about how </a:t>
            </a:r>
            <a:r>
              <a:rPr lang="en-GB" dirty="0"/>
              <a:t>ethnicity</a:t>
            </a:r>
            <a:r>
              <a:rPr lang="en-GB" b="0" dirty="0"/>
              <a:t> impacts these flows</a:t>
            </a:r>
            <a:br>
              <a:rPr lang="en-GB" b="0" dirty="0"/>
            </a:br>
            <a:br>
              <a:rPr lang="en-GB" b="0" dirty="0"/>
            </a:br>
            <a:r>
              <a:rPr lang="en-GB" dirty="0"/>
              <a:t>IF</a:t>
            </a:r>
            <a:r>
              <a:rPr lang="en-GB" b="0" dirty="0"/>
              <a:t> you feel there’s an urgent need for another stock in the model, add it in!</a:t>
            </a:r>
          </a:p>
        </p:txBody>
      </p:sp>
    </p:spTree>
    <p:extLst>
      <p:ext uri="{BB962C8B-B14F-4D97-AF65-F5344CB8AC3E}">
        <p14:creationId xmlns:p14="http://schemas.microsoft.com/office/powerpoint/2010/main" val="904215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81511-399B-E0DB-EBA1-7D6C845A09A1}"/>
            </a:ext>
          </a:extLst>
        </p:cNvPr>
        <p:cNvGrpSpPr/>
        <p:nvPr/>
      </p:nvGrpSpPr>
      <p:grpSpPr>
        <a:xfrm>
          <a:off x="0" y="0"/>
          <a:ext cx="0" cy="0"/>
          <a:chOff x="0" y="0"/>
          <a:chExt cx="0" cy="0"/>
        </a:xfrm>
      </p:grpSpPr>
      <p:pic>
        <p:nvPicPr>
          <p:cNvPr id="5" name="Picture 2" descr="University of Birmingham Logo PNG Vector (EPS) Free Download">
            <a:extLst>
              <a:ext uri="{FF2B5EF4-FFF2-40B4-BE49-F238E27FC236}">
                <a16:creationId xmlns:a16="http://schemas.microsoft.com/office/drawing/2014/main" id="{C3886841-15AE-8445-47C4-99B9D41C2A6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533" b="38889"/>
          <a:stretch>
            <a:fillRect/>
          </a:stretch>
        </p:blipFill>
        <p:spPr bwMode="auto">
          <a:xfrm>
            <a:off x="9702800" y="6161944"/>
            <a:ext cx="2407920" cy="54365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4AFF26B9-9BE2-EB9D-BCC7-D1CCFEBE0DD2}"/>
              </a:ext>
            </a:extLst>
          </p:cNvPr>
          <p:cNvSpPr>
            <a:spLocks noGrp="1"/>
          </p:cNvSpPr>
          <p:nvPr>
            <p:ph type="title"/>
          </p:nvPr>
        </p:nvSpPr>
        <p:spPr>
          <a:xfrm>
            <a:off x="1419225" y="1742194"/>
            <a:ext cx="9353550" cy="2916412"/>
          </a:xfrm>
        </p:spPr>
        <p:txBody>
          <a:bodyPr>
            <a:normAutofit/>
          </a:bodyPr>
          <a:lstStyle/>
          <a:p>
            <a:pPr algn="ctr"/>
            <a:r>
              <a:rPr lang="en-GB" dirty="0"/>
              <a:t>Discussion</a:t>
            </a:r>
            <a:endParaRPr lang="en-GB" b="0" dirty="0"/>
          </a:p>
        </p:txBody>
      </p:sp>
    </p:spTree>
    <p:extLst>
      <p:ext uri="{BB962C8B-B14F-4D97-AF65-F5344CB8AC3E}">
        <p14:creationId xmlns:p14="http://schemas.microsoft.com/office/powerpoint/2010/main" val="3296378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917BB-4957-8587-569D-FF823CD44F8C}"/>
            </a:ext>
          </a:extLst>
        </p:cNvPr>
        <p:cNvGrpSpPr/>
        <p:nvPr/>
      </p:nvGrpSpPr>
      <p:grpSpPr>
        <a:xfrm>
          <a:off x="0" y="0"/>
          <a:ext cx="0" cy="0"/>
          <a:chOff x="0" y="0"/>
          <a:chExt cx="0" cy="0"/>
        </a:xfrm>
      </p:grpSpPr>
      <p:pic>
        <p:nvPicPr>
          <p:cNvPr id="5" name="Picture 2" descr="University of Birmingham Logo PNG Vector (EPS) Free Download">
            <a:extLst>
              <a:ext uri="{FF2B5EF4-FFF2-40B4-BE49-F238E27FC236}">
                <a16:creationId xmlns:a16="http://schemas.microsoft.com/office/drawing/2014/main" id="{9A1B4E22-E311-0B6C-E376-D5552220E9B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533" b="38889"/>
          <a:stretch>
            <a:fillRect/>
          </a:stretch>
        </p:blipFill>
        <p:spPr bwMode="auto">
          <a:xfrm>
            <a:off x="9702800" y="6161944"/>
            <a:ext cx="2407920" cy="54365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0B8B0CB9-0011-1E50-F8FD-FB8560DCC02C}"/>
              </a:ext>
            </a:extLst>
          </p:cNvPr>
          <p:cNvSpPr>
            <a:spLocks noGrp="1"/>
          </p:cNvSpPr>
          <p:nvPr>
            <p:ph type="title"/>
          </p:nvPr>
        </p:nvSpPr>
        <p:spPr>
          <a:xfrm>
            <a:off x="1419225" y="2674763"/>
            <a:ext cx="9353550" cy="994123"/>
          </a:xfrm>
        </p:spPr>
        <p:txBody>
          <a:bodyPr>
            <a:normAutofit fontScale="90000"/>
          </a:bodyPr>
          <a:lstStyle/>
          <a:p>
            <a:pPr algn="ctr"/>
            <a:r>
              <a:rPr lang="en-GB" dirty="0"/>
              <a:t>Activity – Part 2</a:t>
            </a:r>
            <a:br>
              <a:rPr lang="en-GB" dirty="0"/>
            </a:br>
            <a:br>
              <a:rPr lang="en-GB" dirty="0"/>
            </a:br>
            <a:r>
              <a:rPr lang="en-GB" b="0" dirty="0"/>
              <a:t>You each have 3 small stickers. Walk around the room and use these to vote on factors that you think are most important</a:t>
            </a:r>
          </a:p>
        </p:txBody>
      </p:sp>
    </p:spTree>
    <p:extLst>
      <p:ext uri="{BB962C8B-B14F-4D97-AF65-F5344CB8AC3E}">
        <p14:creationId xmlns:p14="http://schemas.microsoft.com/office/powerpoint/2010/main" val="1726608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31120-B863-C041-62D8-041D12325B64}"/>
            </a:ext>
          </a:extLst>
        </p:cNvPr>
        <p:cNvGrpSpPr/>
        <p:nvPr/>
      </p:nvGrpSpPr>
      <p:grpSpPr>
        <a:xfrm>
          <a:off x="0" y="0"/>
          <a:ext cx="0" cy="0"/>
          <a:chOff x="0" y="0"/>
          <a:chExt cx="0" cy="0"/>
        </a:xfrm>
      </p:grpSpPr>
      <p:pic>
        <p:nvPicPr>
          <p:cNvPr id="5" name="Picture 2" descr="University of Birmingham Logo PNG Vector (EPS) Free Download">
            <a:extLst>
              <a:ext uri="{FF2B5EF4-FFF2-40B4-BE49-F238E27FC236}">
                <a16:creationId xmlns:a16="http://schemas.microsoft.com/office/drawing/2014/main" id="{EC5ED317-6CF5-2721-A5F6-AD8900C14AF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8533" b="38889"/>
          <a:stretch>
            <a:fillRect/>
          </a:stretch>
        </p:blipFill>
        <p:spPr bwMode="auto">
          <a:xfrm>
            <a:off x="9702800" y="6161944"/>
            <a:ext cx="2407920" cy="543655"/>
          </a:xfrm>
          <a:prstGeom prst="rect">
            <a:avLst/>
          </a:prstGeom>
          <a:noFill/>
          <a:extLst>
            <a:ext uri="{909E8E84-426E-40DD-AFC4-6F175D3DCCD1}">
              <a14:hiddenFill xmlns:a14="http://schemas.microsoft.com/office/drawing/2010/main">
                <a:solidFill>
                  <a:srgbClr val="FFFFFF"/>
                </a:solidFill>
              </a14:hiddenFill>
            </a:ext>
          </a:extLst>
        </p:spPr>
      </p:pic>
      <p:sp>
        <p:nvSpPr>
          <p:cNvPr id="6" name="Title 2">
            <a:extLst>
              <a:ext uri="{FF2B5EF4-FFF2-40B4-BE49-F238E27FC236}">
                <a16:creationId xmlns:a16="http://schemas.microsoft.com/office/drawing/2014/main" id="{9D2C1E96-D4AA-2052-536D-BFBFD3C70119}"/>
              </a:ext>
            </a:extLst>
          </p:cNvPr>
          <p:cNvSpPr txBox="1">
            <a:spLocks/>
          </p:cNvSpPr>
          <p:nvPr/>
        </p:nvSpPr>
        <p:spPr>
          <a:xfrm>
            <a:off x="1419225" y="1742194"/>
            <a:ext cx="9353550" cy="2916412"/>
          </a:xfrm>
          <a:prstGeom prst="rect">
            <a:avLst/>
          </a:prstGeom>
        </p:spPr>
        <p:txBody>
          <a:bodyPr vert="horz" lIns="77925" tIns="38963" rIns="77925" bIns="38963" rtlCol="0" anchor="ctr">
            <a:normAutofit/>
          </a:bodyPr>
          <a:lstStyle>
            <a:lvl1pPr algn="l" defTabSz="1038977" rtl="0" eaLnBrk="1" latinLnBrk="0" hangingPunct="1">
              <a:spcBef>
                <a:spcPct val="0"/>
              </a:spcBef>
              <a:buNone/>
              <a:defRPr sz="3200" b="1" kern="1200">
                <a:solidFill>
                  <a:schemeClr val="tx1"/>
                </a:solidFill>
                <a:latin typeface="Arial Nova" pitchFamily="34" charset="0"/>
                <a:ea typeface="+mj-ea"/>
                <a:cs typeface="+mj-cs"/>
              </a:defRPr>
            </a:lvl1pPr>
          </a:lstStyle>
          <a:p>
            <a:pPr algn="ctr"/>
            <a:r>
              <a:rPr lang="en-GB" dirty="0"/>
              <a:t>Lunch break</a:t>
            </a:r>
          </a:p>
          <a:p>
            <a:pPr algn="ctr"/>
            <a:r>
              <a:rPr lang="en-GB" b="0" dirty="0"/>
              <a:t>(~45 minutes)</a:t>
            </a:r>
          </a:p>
        </p:txBody>
      </p:sp>
      <p:pic>
        <p:nvPicPr>
          <p:cNvPr id="8" name="Graphic 7" descr="Lunch Box outline">
            <a:extLst>
              <a:ext uri="{FF2B5EF4-FFF2-40B4-BE49-F238E27FC236}">
                <a16:creationId xmlns:a16="http://schemas.microsoft.com/office/drawing/2014/main" id="{3C92EE74-607B-CF2C-ED9F-37B4FAB754A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803930" y="2816772"/>
            <a:ext cx="1003738" cy="1003738"/>
          </a:xfrm>
          <a:prstGeom prst="rect">
            <a:avLst/>
          </a:prstGeom>
        </p:spPr>
      </p:pic>
    </p:spTree>
    <p:extLst>
      <p:ext uri="{BB962C8B-B14F-4D97-AF65-F5344CB8AC3E}">
        <p14:creationId xmlns:p14="http://schemas.microsoft.com/office/powerpoint/2010/main" val="2144935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80D29-7AB6-EC45-EE80-4C9CA5A79317}"/>
            </a:ext>
          </a:extLst>
        </p:cNvPr>
        <p:cNvGrpSpPr/>
        <p:nvPr/>
      </p:nvGrpSpPr>
      <p:grpSpPr>
        <a:xfrm>
          <a:off x="0" y="0"/>
          <a:ext cx="0" cy="0"/>
          <a:chOff x="0" y="0"/>
          <a:chExt cx="0" cy="0"/>
        </a:xfrm>
      </p:grpSpPr>
      <p:pic>
        <p:nvPicPr>
          <p:cNvPr id="7" name="Picture 2" descr="University of Birmingham Logo PNG Vector (EPS) Free Download">
            <a:extLst>
              <a:ext uri="{FF2B5EF4-FFF2-40B4-BE49-F238E27FC236}">
                <a16:creationId xmlns:a16="http://schemas.microsoft.com/office/drawing/2014/main" id="{A1CCA2BB-DF30-3DD2-12FE-0D0E9EB2301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533" b="38889"/>
          <a:stretch>
            <a:fillRect/>
          </a:stretch>
        </p:blipFill>
        <p:spPr bwMode="auto">
          <a:xfrm>
            <a:off x="2430780" y="322432"/>
            <a:ext cx="2164080" cy="4886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E8C96CE-8B19-78C7-B9A5-48561D5831A4}"/>
              </a:ext>
            </a:extLst>
          </p:cNvPr>
          <p:cNvSpPr>
            <a:spLocks noGrp="1"/>
          </p:cNvSpPr>
          <p:nvPr>
            <p:ph type="ctrTitle"/>
          </p:nvPr>
        </p:nvSpPr>
        <p:spPr/>
        <p:txBody>
          <a:bodyPr/>
          <a:lstStyle/>
          <a:p>
            <a:r>
              <a:rPr lang="en-GB" dirty="0"/>
              <a:t>Measle System Interventions</a:t>
            </a:r>
          </a:p>
        </p:txBody>
      </p:sp>
    </p:spTree>
    <p:extLst>
      <p:ext uri="{BB962C8B-B14F-4D97-AF65-F5344CB8AC3E}">
        <p14:creationId xmlns:p14="http://schemas.microsoft.com/office/powerpoint/2010/main" val="3731439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5B520-557B-F910-6D73-BF4472AE3CD4}"/>
            </a:ext>
          </a:extLst>
        </p:cNvPr>
        <p:cNvGrpSpPr/>
        <p:nvPr/>
      </p:nvGrpSpPr>
      <p:grpSpPr>
        <a:xfrm>
          <a:off x="0" y="0"/>
          <a:ext cx="0" cy="0"/>
          <a:chOff x="0" y="0"/>
          <a:chExt cx="0" cy="0"/>
        </a:xfrm>
      </p:grpSpPr>
      <p:sp>
        <p:nvSpPr>
          <p:cNvPr id="55" name="Arc 54">
            <a:extLst>
              <a:ext uri="{FF2B5EF4-FFF2-40B4-BE49-F238E27FC236}">
                <a16:creationId xmlns:a16="http://schemas.microsoft.com/office/drawing/2014/main" id="{B65E6759-3ED5-F2C3-F03E-DB39914B3DEC}"/>
              </a:ext>
            </a:extLst>
          </p:cNvPr>
          <p:cNvSpPr/>
          <p:nvPr/>
        </p:nvSpPr>
        <p:spPr>
          <a:xfrm rot="15448673" flipH="1">
            <a:off x="3438359" y="2625943"/>
            <a:ext cx="557904" cy="757015"/>
          </a:xfrm>
          <a:prstGeom prst="arc">
            <a:avLst>
              <a:gd name="adj1" fmla="val 13033792"/>
              <a:gd name="adj2" fmla="val 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p:sp>
        <p:nvSpPr>
          <p:cNvPr id="53" name="Arc 52">
            <a:extLst>
              <a:ext uri="{FF2B5EF4-FFF2-40B4-BE49-F238E27FC236}">
                <a16:creationId xmlns:a16="http://schemas.microsoft.com/office/drawing/2014/main" id="{BC07A6EA-2D68-C663-D542-795D59ACF7D9}"/>
              </a:ext>
            </a:extLst>
          </p:cNvPr>
          <p:cNvSpPr/>
          <p:nvPr/>
        </p:nvSpPr>
        <p:spPr>
          <a:xfrm flipV="1">
            <a:off x="7443305" y="3588040"/>
            <a:ext cx="1405160" cy="1082082"/>
          </a:xfrm>
          <a:prstGeom prst="arc">
            <a:avLst>
              <a:gd name="adj1" fmla="val 12247892"/>
              <a:gd name="adj2" fmla="val 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 name="Title 1">
            <a:extLst>
              <a:ext uri="{FF2B5EF4-FFF2-40B4-BE49-F238E27FC236}">
                <a16:creationId xmlns:a16="http://schemas.microsoft.com/office/drawing/2014/main" id="{F9A9C766-59E1-8C82-4F1B-5632DD9812F6}"/>
              </a:ext>
            </a:extLst>
          </p:cNvPr>
          <p:cNvSpPr>
            <a:spLocks noGrp="1"/>
          </p:cNvSpPr>
          <p:nvPr>
            <p:ph type="title"/>
          </p:nvPr>
        </p:nvSpPr>
        <p:spPr/>
        <p:txBody>
          <a:bodyPr/>
          <a:lstStyle/>
          <a:p>
            <a:r>
              <a:rPr lang="en-GB" dirty="0"/>
              <a:t>Discussion: </a:t>
            </a:r>
            <a:r>
              <a:rPr lang="en-GB" b="0" dirty="0"/>
              <a:t>Where are the problem flows in the system?</a:t>
            </a:r>
          </a:p>
        </p:txBody>
      </p:sp>
      <p:cxnSp>
        <p:nvCxnSpPr>
          <p:cNvPr id="3" name="Straight Arrow Connector 2">
            <a:extLst>
              <a:ext uri="{FF2B5EF4-FFF2-40B4-BE49-F238E27FC236}">
                <a16:creationId xmlns:a16="http://schemas.microsoft.com/office/drawing/2014/main" id="{85D603B5-6D16-0495-42EC-2D7CA8914266}"/>
              </a:ext>
            </a:extLst>
          </p:cNvPr>
          <p:cNvCxnSpPr>
            <a:cxnSpLocks/>
          </p:cNvCxnSpPr>
          <p:nvPr/>
        </p:nvCxnSpPr>
        <p:spPr>
          <a:xfrm>
            <a:off x="3825241" y="2964037"/>
            <a:ext cx="0" cy="693995"/>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42DBB663-8C34-1E3A-47F0-D3DD90A09987}"/>
              </a:ext>
            </a:extLst>
          </p:cNvPr>
          <p:cNvSpPr/>
          <p:nvPr/>
        </p:nvSpPr>
        <p:spPr>
          <a:xfrm>
            <a:off x="3200401" y="2329651"/>
            <a:ext cx="1236133" cy="626533"/>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ysClr val="windowText" lastClr="000000"/>
                </a:solidFill>
              </a:rPr>
              <a:t>Susceptible</a:t>
            </a:r>
            <a:endParaRPr lang="en-GB" sz="1600" b="1" dirty="0">
              <a:solidFill>
                <a:sysClr val="windowText" lastClr="000000"/>
              </a:solidFill>
            </a:endParaRPr>
          </a:p>
        </p:txBody>
      </p:sp>
      <p:sp>
        <p:nvSpPr>
          <p:cNvPr id="5" name="Rectangle 4">
            <a:extLst>
              <a:ext uri="{FF2B5EF4-FFF2-40B4-BE49-F238E27FC236}">
                <a16:creationId xmlns:a16="http://schemas.microsoft.com/office/drawing/2014/main" id="{AE34258A-DC07-D50F-0F7E-47C37F39CFEB}"/>
              </a:ext>
            </a:extLst>
          </p:cNvPr>
          <p:cNvSpPr/>
          <p:nvPr/>
        </p:nvSpPr>
        <p:spPr>
          <a:xfrm>
            <a:off x="5977468" y="2329653"/>
            <a:ext cx="1236133" cy="626533"/>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ysClr val="windowText" lastClr="000000"/>
                </a:solidFill>
              </a:rPr>
              <a:t>Infected</a:t>
            </a:r>
            <a:endParaRPr lang="en-GB" sz="1600" b="1" dirty="0">
              <a:solidFill>
                <a:sysClr val="windowText" lastClr="000000"/>
              </a:solidFill>
            </a:endParaRPr>
          </a:p>
        </p:txBody>
      </p:sp>
      <p:sp>
        <p:nvSpPr>
          <p:cNvPr id="6" name="Rectangle 5">
            <a:extLst>
              <a:ext uri="{FF2B5EF4-FFF2-40B4-BE49-F238E27FC236}">
                <a16:creationId xmlns:a16="http://schemas.microsoft.com/office/drawing/2014/main" id="{766E8551-B757-24AA-CE0C-C62DBFD2147D}"/>
              </a:ext>
            </a:extLst>
          </p:cNvPr>
          <p:cNvSpPr/>
          <p:nvPr/>
        </p:nvSpPr>
        <p:spPr>
          <a:xfrm>
            <a:off x="3207174" y="3650180"/>
            <a:ext cx="1236133" cy="626533"/>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ysClr val="windowText" lastClr="000000"/>
                </a:solidFill>
              </a:rPr>
              <a:t>Vaccinated</a:t>
            </a:r>
            <a:endParaRPr lang="en-GB" sz="1600" b="1" dirty="0">
              <a:solidFill>
                <a:sysClr val="windowText" lastClr="000000"/>
              </a:solidFill>
            </a:endParaRPr>
          </a:p>
        </p:txBody>
      </p:sp>
      <p:sp>
        <p:nvSpPr>
          <p:cNvPr id="8" name="Rectangle 7">
            <a:extLst>
              <a:ext uri="{FF2B5EF4-FFF2-40B4-BE49-F238E27FC236}">
                <a16:creationId xmlns:a16="http://schemas.microsoft.com/office/drawing/2014/main" id="{C4CA67D1-2A0C-4959-7070-082A1C29B338}"/>
              </a:ext>
            </a:extLst>
          </p:cNvPr>
          <p:cNvSpPr/>
          <p:nvPr/>
        </p:nvSpPr>
        <p:spPr>
          <a:xfrm>
            <a:off x="8754535" y="2329652"/>
            <a:ext cx="1236133" cy="626533"/>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ysClr val="windowText" lastClr="000000"/>
                </a:solidFill>
              </a:rPr>
              <a:t>Recovered</a:t>
            </a:r>
          </a:p>
        </p:txBody>
      </p:sp>
      <p:cxnSp>
        <p:nvCxnSpPr>
          <p:cNvPr id="9" name="Straight Arrow Connector 8">
            <a:extLst>
              <a:ext uri="{FF2B5EF4-FFF2-40B4-BE49-F238E27FC236}">
                <a16:creationId xmlns:a16="http://schemas.microsoft.com/office/drawing/2014/main" id="{D5DE3A9B-2353-218C-FA04-1C23FF351E16}"/>
              </a:ext>
            </a:extLst>
          </p:cNvPr>
          <p:cNvCxnSpPr>
            <a:cxnSpLocks/>
            <a:endCxn id="4" idx="1"/>
          </p:cNvCxnSpPr>
          <p:nvPr/>
        </p:nvCxnSpPr>
        <p:spPr>
          <a:xfrm flipV="1">
            <a:off x="2510874" y="2642918"/>
            <a:ext cx="689527" cy="0"/>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803C2AE9-2592-1A15-0502-62DC0E246B00}"/>
              </a:ext>
            </a:extLst>
          </p:cNvPr>
          <p:cNvCxnSpPr>
            <a:cxnSpLocks/>
          </p:cNvCxnSpPr>
          <p:nvPr/>
        </p:nvCxnSpPr>
        <p:spPr>
          <a:xfrm flipV="1">
            <a:off x="4436534" y="2641294"/>
            <a:ext cx="1540934" cy="0"/>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99E77CCE-83C4-6B1B-233F-F98EBDDE6E06}"/>
              </a:ext>
            </a:extLst>
          </p:cNvPr>
          <p:cNvCxnSpPr>
            <a:cxnSpLocks/>
          </p:cNvCxnSpPr>
          <p:nvPr/>
        </p:nvCxnSpPr>
        <p:spPr>
          <a:xfrm flipV="1">
            <a:off x="7213601" y="2641294"/>
            <a:ext cx="1540934" cy="0"/>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570BF0DA-AF61-6F07-C72E-C4FF674DD7BC}"/>
              </a:ext>
            </a:extLst>
          </p:cNvPr>
          <p:cNvCxnSpPr>
            <a:cxnSpLocks/>
          </p:cNvCxnSpPr>
          <p:nvPr/>
        </p:nvCxnSpPr>
        <p:spPr>
          <a:xfrm>
            <a:off x="7264942" y="4382054"/>
            <a:ext cx="0" cy="693995"/>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45864B74-864D-F1F7-230D-65258BB31430}"/>
              </a:ext>
            </a:extLst>
          </p:cNvPr>
          <p:cNvSpPr txBox="1"/>
          <p:nvPr/>
        </p:nvSpPr>
        <p:spPr>
          <a:xfrm>
            <a:off x="2302612" y="2674860"/>
            <a:ext cx="1016000" cy="276999"/>
          </a:xfrm>
          <a:prstGeom prst="rect">
            <a:avLst/>
          </a:prstGeom>
          <a:noFill/>
          <a:effectLst/>
        </p:spPr>
        <p:txBody>
          <a:bodyPr wrap="square" rtlCol="0">
            <a:spAutoFit/>
          </a:bodyPr>
          <a:lstStyle/>
          <a:p>
            <a:pPr algn="ctr"/>
            <a:r>
              <a:rPr lang="en-GB" sz="1200" dirty="0"/>
              <a:t>Births</a:t>
            </a:r>
            <a:endParaRPr lang="en-GB" sz="1400" dirty="0"/>
          </a:p>
        </p:txBody>
      </p:sp>
      <p:sp>
        <p:nvSpPr>
          <p:cNvPr id="14" name="TextBox 13">
            <a:extLst>
              <a:ext uri="{FF2B5EF4-FFF2-40B4-BE49-F238E27FC236}">
                <a16:creationId xmlns:a16="http://schemas.microsoft.com/office/drawing/2014/main" id="{D08DB248-A1F1-4E8C-FA6A-D9A5705A8C8E}"/>
              </a:ext>
            </a:extLst>
          </p:cNvPr>
          <p:cNvSpPr txBox="1"/>
          <p:nvPr/>
        </p:nvSpPr>
        <p:spPr>
          <a:xfrm>
            <a:off x="6237939" y="4412189"/>
            <a:ext cx="1195490" cy="461665"/>
          </a:xfrm>
          <a:prstGeom prst="rect">
            <a:avLst/>
          </a:prstGeom>
          <a:noFill/>
          <a:effectLst/>
        </p:spPr>
        <p:txBody>
          <a:bodyPr wrap="square" rtlCol="0">
            <a:spAutoFit/>
          </a:bodyPr>
          <a:lstStyle/>
          <a:p>
            <a:pPr algn="ctr"/>
            <a:r>
              <a:rPr lang="en-GB" sz="1200" dirty="0"/>
              <a:t>Death from disease</a:t>
            </a:r>
          </a:p>
        </p:txBody>
      </p:sp>
      <p:cxnSp>
        <p:nvCxnSpPr>
          <p:cNvPr id="15" name="Straight Arrow Connector 14">
            <a:extLst>
              <a:ext uri="{FF2B5EF4-FFF2-40B4-BE49-F238E27FC236}">
                <a16:creationId xmlns:a16="http://schemas.microsoft.com/office/drawing/2014/main" id="{1A788D98-89F2-6B7C-578D-EC4E30EADE05}"/>
              </a:ext>
            </a:extLst>
          </p:cNvPr>
          <p:cNvCxnSpPr>
            <a:cxnSpLocks/>
          </p:cNvCxnSpPr>
          <p:nvPr/>
        </p:nvCxnSpPr>
        <p:spPr>
          <a:xfrm flipH="1">
            <a:off x="7820661" y="4073872"/>
            <a:ext cx="1579879" cy="1"/>
          </a:xfrm>
          <a:prstGeom prst="straightConnector1">
            <a:avLst/>
          </a:prstGeom>
          <a:ln w="57150">
            <a:solidFill>
              <a:srgbClr val="6F6F6F"/>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A8684DE2-78B7-285F-7856-A28691CAF709}"/>
              </a:ext>
            </a:extLst>
          </p:cNvPr>
          <p:cNvCxnSpPr>
            <a:cxnSpLocks/>
          </p:cNvCxnSpPr>
          <p:nvPr/>
        </p:nvCxnSpPr>
        <p:spPr>
          <a:xfrm flipV="1">
            <a:off x="9372601" y="2963334"/>
            <a:ext cx="0" cy="1136132"/>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03DC92CE-8C88-8A73-4F54-BECA4305649B}"/>
              </a:ext>
            </a:extLst>
          </p:cNvPr>
          <p:cNvCxnSpPr>
            <a:cxnSpLocks/>
          </p:cNvCxnSpPr>
          <p:nvPr/>
        </p:nvCxnSpPr>
        <p:spPr>
          <a:xfrm>
            <a:off x="7048907" y="2963334"/>
            <a:ext cx="0" cy="797274"/>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AECA1F3B-6C12-60F1-3D0B-E7F218E7B664}"/>
              </a:ext>
            </a:extLst>
          </p:cNvPr>
          <p:cNvSpPr txBox="1"/>
          <p:nvPr/>
        </p:nvSpPr>
        <p:spPr>
          <a:xfrm>
            <a:off x="7345066" y="2638270"/>
            <a:ext cx="1195490" cy="276999"/>
          </a:xfrm>
          <a:prstGeom prst="rect">
            <a:avLst/>
          </a:prstGeom>
          <a:noFill/>
          <a:effectLst/>
        </p:spPr>
        <p:txBody>
          <a:bodyPr wrap="square" rtlCol="0">
            <a:spAutoFit/>
          </a:bodyPr>
          <a:lstStyle/>
          <a:p>
            <a:pPr algn="ctr"/>
            <a:r>
              <a:rPr lang="en-GB" sz="1200" dirty="0"/>
              <a:t>Recovery</a:t>
            </a:r>
          </a:p>
        </p:txBody>
      </p:sp>
      <p:cxnSp>
        <p:nvCxnSpPr>
          <p:cNvPr id="19" name="Straight Arrow Connector 18">
            <a:extLst>
              <a:ext uri="{FF2B5EF4-FFF2-40B4-BE49-F238E27FC236}">
                <a16:creationId xmlns:a16="http://schemas.microsoft.com/office/drawing/2014/main" id="{898F3528-D2C0-8247-6D85-16C05A699D59}"/>
              </a:ext>
            </a:extLst>
          </p:cNvPr>
          <p:cNvCxnSpPr>
            <a:cxnSpLocks/>
          </p:cNvCxnSpPr>
          <p:nvPr/>
        </p:nvCxnSpPr>
        <p:spPr>
          <a:xfrm>
            <a:off x="6198450" y="2964037"/>
            <a:ext cx="0" cy="693995"/>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9B038193-7FC0-E7D4-FB9C-043358A64B7D}"/>
              </a:ext>
            </a:extLst>
          </p:cNvPr>
          <p:cNvSpPr txBox="1"/>
          <p:nvPr/>
        </p:nvSpPr>
        <p:spPr>
          <a:xfrm>
            <a:off x="5183799" y="2998431"/>
            <a:ext cx="1195490" cy="461665"/>
          </a:xfrm>
          <a:prstGeom prst="rect">
            <a:avLst/>
          </a:prstGeom>
          <a:noFill/>
          <a:effectLst/>
        </p:spPr>
        <p:txBody>
          <a:bodyPr wrap="square" rtlCol="0">
            <a:spAutoFit/>
          </a:bodyPr>
          <a:lstStyle/>
          <a:p>
            <a:pPr algn="ctr"/>
            <a:r>
              <a:rPr lang="en-GB" sz="1200" dirty="0"/>
              <a:t>Death from disease</a:t>
            </a:r>
          </a:p>
        </p:txBody>
      </p:sp>
      <p:sp>
        <p:nvSpPr>
          <p:cNvPr id="21" name="TextBox 20">
            <a:extLst>
              <a:ext uri="{FF2B5EF4-FFF2-40B4-BE49-F238E27FC236}">
                <a16:creationId xmlns:a16="http://schemas.microsoft.com/office/drawing/2014/main" id="{F2CD5068-3F26-DE08-28D3-FB9900A3DA78}"/>
              </a:ext>
            </a:extLst>
          </p:cNvPr>
          <p:cNvSpPr txBox="1"/>
          <p:nvPr/>
        </p:nvSpPr>
        <p:spPr>
          <a:xfrm>
            <a:off x="8054276" y="3797492"/>
            <a:ext cx="1195490" cy="276999"/>
          </a:xfrm>
          <a:prstGeom prst="rect">
            <a:avLst/>
          </a:prstGeom>
          <a:noFill/>
          <a:effectLst/>
        </p:spPr>
        <p:txBody>
          <a:bodyPr wrap="square" rtlCol="0">
            <a:spAutoFit/>
          </a:bodyPr>
          <a:lstStyle/>
          <a:p>
            <a:pPr algn="ctr"/>
            <a:r>
              <a:rPr lang="en-GB" sz="1200" dirty="0"/>
              <a:t>Recovery</a:t>
            </a:r>
          </a:p>
        </p:txBody>
      </p:sp>
      <p:sp>
        <p:nvSpPr>
          <p:cNvPr id="22" name="TextBox 21">
            <a:extLst>
              <a:ext uri="{FF2B5EF4-FFF2-40B4-BE49-F238E27FC236}">
                <a16:creationId xmlns:a16="http://schemas.microsoft.com/office/drawing/2014/main" id="{381CCB06-5558-2F7F-7082-E38B292D7241}"/>
              </a:ext>
            </a:extLst>
          </p:cNvPr>
          <p:cNvSpPr txBox="1"/>
          <p:nvPr/>
        </p:nvSpPr>
        <p:spPr>
          <a:xfrm>
            <a:off x="3717311" y="3130951"/>
            <a:ext cx="1195490" cy="276999"/>
          </a:xfrm>
          <a:prstGeom prst="rect">
            <a:avLst/>
          </a:prstGeom>
          <a:noFill/>
          <a:effectLst/>
        </p:spPr>
        <p:txBody>
          <a:bodyPr wrap="square" rtlCol="0">
            <a:spAutoFit/>
          </a:bodyPr>
          <a:lstStyle/>
          <a:p>
            <a:pPr algn="ctr"/>
            <a:r>
              <a:rPr lang="en-GB" sz="1200" dirty="0"/>
              <a:t>Vaccination</a:t>
            </a:r>
          </a:p>
        </p:txBody>
      </p:sp>
      <p:sp>
        <p:nvSpPr>
          <p:cNvPr id="23" name="Arc 22">
            <a:extLst>
              <a:ext uri="{FF2B5EF4-FFF2-40B4-BE49-F238E27FC236}">
                <a16:creationId xmlns:a16="http://schemas.microsoft.com/office/drawing/2014/main" id="{7BF41EAD-4E4E-1436-7140-4692776A183E}"/>
              </a:ext>
            </a:extLst>
          </p:cNvPr>
          <p:cNvSpPr/>
          <p:nvPr/>
        </p:nvSpPr>
        <p:spPr>
          <a:xfrm>
            <a:off x="3613489" y="2048627"/>
            <a:ext cx="1405160" cy="1082082"/>
          </a:xfrm>
          <a:prstGeom prst="arc">
            <a:avLst>
              <a:gd name="adj1" fmla="val 12247892"/>
              <a:gd name="adj2" fmla="val 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4" name="Arc 23">
            <a:extLst>
              <a:ext uri="{FF2B5EF4-FFF2-40B4-BE49-F238E27FC236}">
                <a16:creationId xmlns:a16="http://schemas.microsoft.com/office/drawing/2014/main" id="{3A85AC14-58AB-57F4-F107-EF1E89A36E83}"/>
              </a:ext>
            </a:extLst>
          </p:cNvPr>
          <p:cNvSpPr/>
          <p:nvPr/>
        </p:nvSpPr>
        <p:spPr>
          <a:xfrm flipH="1">
            <a:off x="5190374" y="2048869"/>
            <a:ext cx="1405160" cy="1082082"/>
          </a:xfrm>
          <a:prstGeom prst="arc">
            <a:avLst>
              <a:gd name="adj1" fmla="val 12247892"/>
              <a:gd name="adj2" fmla="val 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5" name="TextBox 24">
            <a:extLst>
              <a:ext uri="{FF2B5EF4-FFF2-40B4-BE49-F238E27FC236}">
                <a16:creationId xmlns:a16="http://schemas.microsoft.com/office/drawing/2014/main" id="{54E4EB8C-B57B-CE68-2A10-79F7E94986ED}"/>
              </a:ext>
            </a:extLst>
          </p:cNvPr>
          <p:cNvSpPr txBox="1"/>
          <p:nvPr/>
        </p:nvSpPr>
        <p:spPr>
          <a:xfrm>
            <a:off x="4510180" y="2632155"/>
            <a:ext cx="1195490" cy="276999"/>
          </a:xfrm>
          <a:prstGeom prst="rect">
            <a:avLst/>
          </a:prstGeom>
          <a:noFill/>
          <a:effectLst/>
        </p:spPr>
        <p:txBody>
          <a:bodyPr wrap="square" rtlCol="0">
            <a:spAutoFit/>
          </a:bodyPr>
          <a:lstStyle/>
          <a:p>
            <a:pPr algn="ctr"/>
            <a:r>
              <a:rPr lang="en-GB" sz="1200" dirty="0"/>
              <a:t>Infections</a:t>
            </a:r>
          </a:p>
        </p:txBody>
      </p:sp>
      <p:sp>
        <p:nvSpPr>
          <p:cNvPr id="37" name="TextBox 36">
            <a:extLst>
              <a:ext uri="{FF2B5EF4-FFF2-40B4-BE49-F238E27FC236}">
                <a16:creationId xmlns:a16="http://schemas.microsoft.com/office/drawing/2014/main" id="{029BD68E-B19F-A1AA-5022-341EDF6C68BB}"/>
              </a:ext>
            </a:extLst>
          </p:cNvPr>
          <p:cNvSpPr txBox="1"/>
          <p:nvPr/>
        </p:nvSpPr>
        <p:spPr>
          <a:xfrm>
            <a:off x="7080134" y="3153964"/>
            <a:ext cx="1195490" cy="276999"/>
          </a:xfrm>
          <a:prstGeom prst="rect">
            <a:avLst/>
          </a:prstGeom>
          <a:noFill/>
          <a:effectLst/>
        </p:spPr>
        <p:txBody>
          <a:bodyPr wrap="square" rtlCol="0">
            <a:spAutoFit/>
          </a:bodyPr>
          <a:lstStyle/>
          <a:p>
            <a:pPr algn="ctr"/>
            <a:r>
              <a:rPr lang="en-GB" sz="1200" dirty="0"/>
              <a:t>Hospitalisation</a:t>
            </a:r>
          </a:p>
        </p:txBody>
      </p:sp>
      <p:sp>
        <p:nvSpPr>
          <p:cNvPr id="49" name="Cloud 48">
            <a:extLst>
              <a:ext uri="{FF2B5EF4-FFF2-40B4-BE49-F238E27FC236}">
                <a16:creationId xmlns:a16="http://schemas.microsoft.com/office/drawing/2014/main" id="{E73B585A-493E-4A94-A4DC-D340255A00B4}"/>
              </a:ext>
            </a:extLst>
          </p:cNvPr>
          <p:cNvSpPr/>
          <p:nvPr/>
        </p:nvSpPr>
        <p:spPr>
          <a:xfrm>
            <a:off x="2125133" y="2493434"/>
            <a:ext cx="406400" cy="313266"/>
          </a:xfrm>
          <a:prstGeom prst="cloud">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 name="Cloud 49">
            <a:extLst>
              <a:ext uri="{FF2B5EF4-FFF2-40B4-BE49-F238E27FC236}">
                <a16:creationId xmlns:a16="http://schemas.microsoft.com/office/drawing/2014/main" id="{8B412704-7867-FE39-3A73-4E78E51ED99E}"/>
              </a:ext>
            </a:extLst>
          </p:cNvPr>
          <p:cNvSpPr/>
          <p:nvPr/>
        </p:nvSpPr>
        <p:spPr>
          <a:xfrm>
            <a:off x="5995068" y="3634851"/>
            <a:ext cx="406400" cy="313266"/>
          </a:xfrm>
          <a:prstGeom prst="cloud">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a:extLst>
              <a:ext uri="{FF2B5EF4-FFF2-40B4-BE49-F238E27FC236}">
                <a16:creationId xmlns:a16="http://schemas.microsoft.com/office/drawing/2014/main" id="{9C093389-CD93-9003-87E9-F9DF314E4A3C}"/>
              </a:ext>
            </a:extLst>
          </p:cNvPr>
          <p:cNvSpPr/>
          <p:nvPr/>
        </p:nvSpPr>
        <p:spPr>
          <a:xfrm>
            <a:off x="6645488" y="3760606"/>
            <a:ext cx="1236133" cy="626533"/>
          </a:xfrm>
          <a:prstGeom prst="rect">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ysClr val="windowText" lastClr="000000"/>
                </a:solidFill>
              </a:rPr>
              <a:t>Hospitalised</a:t>
            </a:r>
            <a:endParaRPr lang="en-GB" sz="1600" b="1" dirty="0">
              <a:solidFill>
                <a:sysClr val="windowText" lastClr="000000"/>
              </a:solidFill>
            </a:endParaRPr>
          </a:p>
        </p:txBody>
      </p:sp>
      <p:sp>
        <p:nvSpPr>
          <p:cNvPr id="52" name="Cloud 51">
            <a:extLst>
              <a:ext uri="{FF2B5EF4-FFF2-40B4-BE49-F238E27FC236}">
                <a16:creationId xmlns:a16="http://schemas.microsoft.com/office/drawing/2014/main" id="{90465ADC-8FB4-517A-7BAB-9EA7462186EB}"/>
              </a:ext>
            </a:extLst>
          </p:cNvPr>
          <p:cNvSpPr/>
          <p:nvPr/>
        </p:nvSpPr>
        <p:spPr>
          <a:xfrm>
            <a:off x="7051581" y="5060987"/>
            <a:ext cx="406400" cy="313266"/>
          </a:xfrm>
          <a:prstGeom prst="cloud">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4" name="Arc 53">
            <a:extLst>
              <a:ext uri="{FF2B5EF4-FFF2-40B4-BE49-F238E27FC236}">
                <a16:creationId xmlns:a16="http://schemas.microsoft.com/office/drawing/2014/main" id="{ED608FAC-73BE-C566-C1BB-244C38F5442D}"/>
              </a:ext>
            </a:extLst>
          </p:cNvPr>
          <p:cNvSpPr/>
          <p:nvPr/>
        </p:nvSpPr>
        <p:spPr>
          <a:xfrm>
            <a:off x="6547634" y="2048251"/>
            <a:ext cx="1405160" cy="1082082"/>
          </a:xfrm>
          <a:prstGeom prst="arc">
            <a:avLst>
              <a:gd name="adj1" fmla="val 12247892"/>
              <a:gd name="adj2" fmla="val 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7" name="TextBox 6">
            <a:extLst>
              <a:ext uri="{FF2B5EF4-FFF2-40B4-BE49-F238E27FC236}">
                <a16:creationId xmlns:a16="http://schemas.microsoft.com/office/drawing/2014/main" id="{B20F359C-6EE3-E098-121D-85501C4306CF}"/>
              </a:ext>
            </a:extLst>
          </p:cNvPr>
          <p:cNvSpPr txBox="1"/>
          <p:nvPr/>
        </p:nvSpPr>
        <p:spPr>
          <a:xfrm>
            <a:off x="1729076" y="3950524"/>
            <a:ext cx="1195490" cy="461665"/>
          </a:xfrm>
          <a:prstGeom prst="rect">
            <a:avLst/>
          </a:prstGeom>
          <a:noFill/>
          <a:effectLst/>
        </p:spPr>
        <p:txBody>
          <a:bodyPr wrap="square" rtlCol="0">
            <a:spAutoFit/>
          </a:bodyPr>
          <a:lstStyle/>
          <a:p>
            <a:pPr algn="ctr"/>
            <a:r>
              <a:rPr lang="en-GB" sz="1200" dirty="0">
                <a:solidFill>
                  <a:srgbClr val="C00000"/>
                </a:solidFill>
              </a:rPr>
              <a:t>Vaccination</a:t>
            </a:r>
          </a:p>
          <a:p>
            <a:pPr algn="ctr"/>
            <a:r>
              <a:rPr lang="en-GB" sz="1200" dirty="0">
                <a:solidFill>
                  <a:srgbClr val="C00000"/>
                </a:solidFill>
              </a:rPr>
              <a:t>rate</a:t>
            </a:r>
          </a:p>
        </p:txBody>
      </p:sp>
      <p:sp>
        <p:nvSpPr>
          <p:cNvPr id="26" name="Arc 25">
            <a:extLst>
              <a:ext uri="{FF2B5EF4-FFF2-40B4-BE49-F238E27FC236}">
                <a16:creationId xmlns:a16="http://schemas.microsoft.com/office/drawing/2014/main" id="{2E30F93E-9949-1159-F0A9-C02A54C1A342}"/>
              </a:ext>
            </a:extLst>
          </p:cNvPr>
          <p:cNvSpPr/>
          <p:nvPr/>
        </p:nvSpPr>
        <p:spPr>
          <a:xfrm rot="16497966">
            <a:off x="2709702" y="3007484"/>
            <a:ext cx="1906192" cy="2749142"/>
          </a:xfrm>
          <a:prstGeom prst="arc">
            <a:avLst>
              <a:gd name="adj1" fmla="val 17023147"/>
              <a:gd name="adj2" fmla="val 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7" name="TextBox 26">
            <a:extLst>
              <a:ext uri="{FF2B5EF4-FFF2-40B4-BE49-F238E27FC236}">
                <a16:creationId xmlns:a16="http://schemas.microsoft.com/office/drawing/2014/main" id="{586B9757-D706-1C9B-8E99-2D6D551BBD34}"/>
              </a:ext>
            </a:extLst>
          </p:cNvPr>
          <p:cNvSpPr txBox="1"/>
          <p:nvPr/>
        </p:nvSpPr>
        <p:spPr>
          <a:xfrm>
            <a:off x="4646372" y="1375284"/>
            <a:ext cx="936686" cy="461665"/>
          </a:xfrm>
          <a:prstGeom prst="rect">
            <a:avLst/>
          </a:prstGeom>
          <a:noFill/>
          <a:effectLst/>
        </p:spPr>
        <p:txBody>
          <a:bodyPr wrap="square" rtlCol="0">
            <a:spAutoFit/>
          </a:bodyPr>
          <a:lstStyle/>
          <a:p>
            <a:pPr algn="ctr"/>
            <a:r>
              <a:rPr lang="en-GB" sz="1200" dirty="0">
                <a:solidFill>
                  <a:srgbClr val="C00000"/>
                </a:solidFill>
              </a:rPr>
              <a:t>Infection rate</a:t>
            </a:r>
          </a:p>
        </p:txBody>
      </p:sp>
      <p:cxnSp>
        <p:nvCxnSpPr>
          <p:cNvPr id="30" name="Straight Arrow Connector 29">
            <a:extLst>
              <a:ext uri="{FF2B5EF4-FFF2-40B4-BE49-F238E27FC236}">
                <a16:creationId xmlns:a16="http://schemas.microsoft.com/office/drawing/2014/main" id="{DD1B91E1-BE3D-232D-3112-1D5FDFE46F66}"/>
              </a:ext>
            </a:extLst>
          </p:cNvPr>
          <p:cNvCxnSpPr>
            <a:cxnSpLocks/>
            <a:stCxn id="27" idx="2"/>
          </p:cNvCxnSpPr>
          <p:nvPr/>
        </p:nvCxnSpPr>
        <p:spPr>
          <a:xfrm>
            <a:off x="5114715" y="1836949"/>
            <a:ext cx="2277" cy="651450"/>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8" name="Arc 27">
            <a:extLst>
              <a:ext uri="{FF2B5EF4-FFF2-40B4-BE49-F238E27FC236}">
                <a16:creationId xmlns:a16="http://schemas.microsoft.com/office/drawing/2014/main" id="{B312E2D4-DFEF-A7A4-069F-288F74B12895}"/>
              </a:ext>
            </a:extLst>
          </p:cNvPr>
          <p:cNvSpPr/>
          <p:nvPr/>
        </p:nvSpPr>
        <p:spPr>
          <a:xfrm rot="9567067">
            <a:off x="2299621" y="3188184"/>
            <a:ext cx="1906192" cy="1865318"/>
          </a:xfrm>
          <a:prstGeom prst="arc">
            <a:avLst>
              <a:gd name="adj1" fmla="val 18804131"/>
              <a:gd name="adj2" fmla="val 0"/>
            </a:avLst>
          </a:prstGeom>
          <a:ln>
            <a:solidFill>
              <a:srgbClr val="BF352D"/>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9" name="TextBox 28">
            <a:extLst>
              <a:ext uri="{FF2B5EF4-FFF2-40B4-BE49-F238E27FC236}">
                <a16:creationId xmlns:a16="http://schemas.microsoft.com/office/drawing/2014/main" id="{0882733C-10FF-A6E6-5976-B750FA038250}"/>
              </a:ext>
            </a:extLst>
          </p:cNvPr>
          <p:cNvSpPr txBox="1"/>
          <p:nvPr/>
        </p:nvSpPr>
        <p:spPr>
          <a:xfrm>
            <a:off x="2763548" y="4782334"/>
            <a:ext cx="1195490" cy="646331"/>
          </a:xfrm>
          <a:prstGeom prst="rect">
            <a:avLst/>
          </a:prstGeom>
          <a:noFill/>
          <a:effectLst/>
        </p:spPr>
        <p:txBody>
          <a:bodyPr wrap="square" rtlCol="0">
            <a:spAutoFit/>
          </a:bodyPr>
          <a:lstStyle/>
          <a:p>
            <a:pPr algn="ctr"/>
            <a:r>
              <a:rPr lang="en-GB" sz="1200" dirty="0">
                <a:solidFill>
                  <a:srgbClr val="C00000"/>
                </a:solidFill>
              </a:rPr>
              <a:t>Parents’ willingness to vaccinate</a:t>
            </a:r>
          </a:p>
        </p:txBody>
      </p:sp>
      <p:sp>
        <p:nvSpPr>
          <p:cNvPr id="31" name="TextBox 30">
            <a:extLst>
              <a:ext uri="{FF2B5EF4-FFF2-40B4-BE49-F238E27FC236}">
                <a16:creationId xmlns:a16="http://schemas.microsoft.com/office/drawing/2014/main" id="{C566640D-8B72-87FB-580E-479BE033A238}"/>
              </a:ext>
            </a:extLst>
          </p:cNvPr>
          <p:cNvSpPr txBox="1"/>
          <p:nvPr/>
        </p:nvSpPr>
        <p:spPr>
          <a:xfrm>
            <a:off x="7562784" y="1346102"/>
            <a:ext cx="936686" cy="461665"/>
          </a:xfrm>
          <a:prstGeom prst="rect">
            <a:avLst/>
          </a:prstGeom>
          <a:noFill/>
          <a:effectLst/>
        </p:spPr>
        <p:txBody>
          <a:bodyPr wrap="square" rtlCol="0">
            <a:spAutoFit/>
          </a:bodyPr>
          <a:lstStyle/>
          <a:p>
            <a:pPr algn="ctr"/>
            <a:r>
              <a:rPr lang="en-GB" sz="1200" dirty="0">
                <a:solidFill>
                  <a:srgbClr val="C00000"/>
                </a:solidFill>
              </a:rPr>
              <a:t>Recovery rate</a:t>
            </a:r>
          </a:p>
        </p:txBody>
      </p:sp>
      <p:cxnSp>
        <p:nvCxnSpPr>
          <p:cNvPr id="32" name="Straight Arrow Connector 31">
            <a:extLst>
              <a:ext uri="{FF2B5EF4-FFF2-40B4-BE49-F238E27FC236}">
                <a16:creationId xmlns:a16="http://schemas.microsoft.com/office/drawing/2014/main" id="{0459E564-B8A9-A564-077C-63CA8664B1BF}"/>
              </a:ext>
            </a:extLst>
          </p:cNvPr>
          <p:cNvCxnSpPr>
            <a:cxnSpLocks/>
            <a:stCxn id="31" idx="2"/>
          </p:cNvCxnSpPr>
          <p:nvPr/>
        </p:nvCxnSpPr>
        <p:spPr>
          <a:xfrm>
            <a:off x="8031127" y="1807767"/>
            <a:ext cx="2277" cy="651450"/>
          </a:xfrm>
          <a:prstGeom prst="straightConnector1">
            <a:avLst/>
          </a:prstGeom>
          <a:ln w="2857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309E3A7-087A-6BD4-F1F0-D5EB479E49DD}"/>
              </a:ext>
            </a:extLst>
          </p:cNvPr>
          <p:cNvCxnSpPr>
            <a:cxnSpLocks/>
          </p:cNvCxnSpPr>
          <p:nvPr/>
        </p:nvCxnSpPr>
        <p:spPr>
          <a:xfrm>
            <a:off x="3523207" y="1767463"/>
            <a:ext cx="0" cy="538951"/>
          </a:xfrm>
          <a:prstGeom prst="straightConnector1">
            <a:avLst/>
          </a:prstGeom>
          <a:ln w="57150">
            <a:solidFill>
              <a:srgbClr val="6F6F6F"/>
            </a:solidFill>
            <a:tailEnd type="triangle"/>
          </a:ln>
          <a:effectLst/>
        </p:spPr>
        <p:style>
          <a:lnRef idx="2">
            <a:schemeClr val="accent1"/>
          </a:lnRef>
          <a:fillRef idx="0">
            <a:schemeClr val="accent1"/>
          </a:fillRef>
          <a:effectRef idx="1">
            <a:schemeClr val="accent1"/>
          </a:effectRef>
          <a:fontRef idx="minor">
            <a:schemeClr val="tx1"/>
          </a:fontRef>
        </p:style>
      </p:cxnSp>
      <p:sp>
        <p:nvSpPr>
          <p:cNvPr id="38" name="Cloud 37">
            <a:extLst>
              <a:ext uri="{FF2B5EF4-FFF2-40B4-BE49-F238E27FC236}">
                <a16:creationId xmlns:a16="http://schemas.microsoft.com/office/drawing/2014/main" id="{91716B3F-39A8-9D32-F6D4-73529125FCF0}"/>
              </a:ext>
            </a:extLst>
          </p:cNvPr>
          <p:cNvSpPr/>
          <p:nvPr/>
        </p:nvSpPr>
        <p:spPr>
          <a:xfrm>
            <a:off x="3320007" y="1508611"/>
            <a:ext cx="406400" cy="313266"/>
          </a:xfrm>
          <a:prstGeom prst="cloud">
            <a:avLst/>
          </a:prstGeom>
          <a:solidFill>
            <a:schemeClr val="bg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9" name="TextBox 38">
            <a:extLst>
              <a:ext uri="{FF2B5EF4-FFF2-40B4-BE49-F238E27FC236}">
                <a16:creationId xmlns:a16="http://schemas.microsoft.com/office/drawing/2014/main" id="{9E846890-7D2D-724F-C499-26E4DC30DF25}"/>
              </a:ext>
            </a:extLst>
          </p:cNvPr>
          <p:cNvSpPr txBox="1"/>
          <p:nvPr/>
        </p:nvSpPr>
        <p:spPr>
          <a:xfrm>
            <a:off x="2668073" y="1853020"/>
            <a:ext cx="1016000" cy="276999"/>
          </a:xfrm>
          <a:prstGeom prst="rect">
            <a:avLst/>
          </a:prstGeom>
          <a:noFill/>
          <a:effectLst/>
        </p:spPr>
        <p:txBody>
          <a:bodyPr wrap="square" rtlCol="0">
            <a:spAutoFit/>
          </a:bodyPr>
          <a:lstStyle/>
          <a:p>
            <a:pPr algn="ctr"/>
            <a:r>
              <a:rPr lang="en-GB" sz="1200" dirty="0"/>
              <a:t>Migration</a:t>
            </a:r>
            <a:endParaRPr lang="en-GB" sz="1400" dirty="0"/>
          </a:p>
        </p:txBody>
      </p:sp>
    </p:spTree>
    <p:extLst>
      <p:ext uri="{BB962C8B-B14F-4D97-AF65-F5344CB8AC3E}">
        <p14:creationId xmlns:p14="http://schemas.microsoft.com/office/powerpoint/2010/main" val="1380482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A15C5-C5A7-2413-9A1E-494DC44342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6F38D8-479D-EFFC-957F-0DC658AC4DBB}"/>
              </a:ext>
            </a:extLst>
          </p:cNvPr>
          <p:cNvSpPr>
            <a:spLocks noGrp="1"/>
          </p:cNvSpPr>
          <p:nvPr>
            <p:ph type="title"/>
          </p:nvPr>
        </p:nvSpPr>
        <p:spPr/>
        <p:txBody>
          <a:bodyPr/>
          <a:lstStyle/>
          <a:p>
            <a:r>
              <a:rPr lang="en-GB" dirty="0"/>
              <a:t>COM-B Model</a:t>
            </a:r>
          </a:p>
        </p:txBody>
      </p:sp>
      <p:pic>
        <p:nvPicPr>
          <p:cNvPr id="2050" name="Picture 2">
            <a:extLst>
              <a:ext uri="{FF2B5EF4-FFF2-40B4-BE49-F238E27FC236}">
                <a16:creationId xmlns:a16="http://schemas.microsoft.com/office/drawing/2014/main" id="{5CBC6DED-2615-760A-EF07-DFE0F20E8E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8313" y="1699597"/>
            <a:ext cx="6094087" cy="3458806"/>
          </a:xfrm>
          <a:prstGeom prst="rect">
            <a:avLst/>
          </a:prstGeom>
          <a:noFill/>
          <a:extLst>
            <a:ext uri="{909E8E84-426E-40DD-AFC4-6F175D3DCCD1}">
              <a14:hiddenFill xmlns:a14="http://schemas.microsoft.com/office/drawing/2010/main">
                <a:solidFill>
                  <a:srgbClr val="FFFFFF"/>
                </a:solidFill>
              </a14:hiddenFill>
            </a:ext>
          </a:extLst>
        </p:spPr>
      </p:pic>
      <p:sp>
        <p:nvSpPr>
          <p:cNvPr id="29" name="Content Placeholder 2">
            <a:extLst>
              <a:ext uri="{FF2B5EF4-FFF2-40B4-BE49-F238E27FC236}">
                <a16:creationId xmlns:a16="http://schemas.microsoft.com/office/drawing/2014/main" id="{F1BC8BE9-D8CD-82D1-2FA5-34967E893B68}"/>
              </a:ext>
            </a:extLst>
          </p:cNvPr>
          <p:cNvSpPr txBox="1">
            <a:spLocks/>
          </p:cNvSpPr>
          <p:nvPr/>
        </p:nvSpPr>
        <p:spPr>
          <a:xfrm>
            <a:off x="388884" y="1496859"/>
            <a:ext cx="5076496" cy="4525387"/>
          </a:xfrm>
          <a:prstGeom prst="rect">
            <a:avLst/>
          </a:prstGeom>
        </p:spPr>
        <p:txBody>
          <a:bodyPr vert="horz" lIns="77925" tIns="38963" rIns="77925" bIns="38963" rtlCol="0">
            <a:normAutofit/>
          </a:bodyPr>
          <a:lstStyle>
            <a:lvl1pPr marL="389616" indent="-389616" algn="l" defTabSz="1038977" rtl="0" eaLnBrk="1" latinLnBrk="0" hangingPunct="1">
              <a:spcBef>
                <a:spcPct val="20000"/>
              </a:spcBef>
              <a:buFont typeface="Wingdings" pitchFamily="2" charset="2"/>
              <a:buChar char="§"/>
              <a:defRPr sz="2667" kern="1200">
                <a:solidFill>
                  <a:schemeClr val="tx1"/>
                </a:solidFill>
                <a:latin typeface="Arial Nova" pitchFamily="34" charset="0"/>
                <a:ea typeface="+mn-ea"/>
                <a:cs typeface="+mn-cs"/>
              </a:defRPr>
            </a:lvl1pPr>
            <a:lvl2pPr marL="844168" indent="-324680" algn="l" defTabSz="1038977" rtl="0" eaLnBrk="1" latinLnBrk="0" hangingPunct="1">
              <a:spcBef>
                <a:spcPct val="20000"/>
              </a:spcBef>
              <a:buFont typeface="Arial" pitchFamily="34" charset="0"/>
              <a:buChar char="•"/>
              <a:defRPr sz="2267" kern="1200">
                <a:solidFill>
                  <a:schemeClr val="tx1"/>
                </a:solidFill>
                <a:latin typeface="Arial Nova Light" pitchFamily="34" charset="0"/>
                <a:ea typeface="+mn-ea"/>
                <a:cs typeface="Arial Nova Light" pitchFamily="34" charset="0"/>
              </a:defRPr>
            </a:lvl2pPr>
            <a:lvl3pPr marL="1298721" indent="-259744" algn="l" defTabSz="1038977" rtl="0" eaLnBrk="1" latinLnBrk="0" hangingPunct="1">
              <a:spcBef>
                <a:spcPct val="20000"/>
              </a:spcBef>
              <a:buFont typeface="Arial Nova Light" pitchFamily="34" charset="0"/>
              <a:buChar char="–"/>
              <a:defRPr sz="2000" kern="1200">
                <a:solidFill>
                  <a:schemeClr val="tx1"/>
                </a:solidFill>
                <a:latin typeface="Arial Nova Light" pitchFamily="34" charset="0"/>
                <a:ea typeface="+mn-ea"/>
                <a:cs typeface="Arial Nova Light" pitchFamily="34" charset="0"/>
              </a:defRPr>
            </a:lvl3pPr>
            <a:lvl4pPr marL="1818208" indent="-259744" algn="l" defTabSz="1038977" rtl="0" eaLnBrk="1" latinLnBrk="0" hangingPunct="1">
              <a:spcBef>
                <a:spcPct val="20000"/>
              </a:spcBef>
              <a:buFont typeface="Arial" pitchFamily="34" charset="0"/>
              <a:buChar char="–"/>
              <a:defRPr sz="1867" kern="1200">
                <a:solidFill>
                  <a:schemeClr val="tx1"/>
                </a:solidFill>
                <a:latin typeface="Arial Nova Light" pitchFamily="34" charset="0"/>
                <a:ea typeface="+mn-ea"/>
                <a:cs typeface="Arial Nova Light" pitchFamily="34" charset="0"/>
              </a:defRPr>
            </a:lvl4pPr>
            <a:lvl5pPr marL="2337696" indent="-259744" algn="l" defTabSz="1038977" rtl="0" eaLnBrk="1" latinLnBrk="0" hangingPunct="1">
              <a:spcBef>
                <a:spcPct val="20000"/>
              </a:spcBef>
              <a:buFont typeface="Arial" pitchFamily="34" charset="0"/>
              <a:buChar char="»"/>
              <a:defRPr sz="1867" kern="1200">
                <a:solidFill>
                  <a:schemeClr val="tx1"/>
                </a:solidFill>
                <a:latin typeface="Arial Nova Light" pitchFamily="34" charset="0"/>
                <a:ea typeface="+mn-ea"/>
                <a:cs typeface="Arial Nova Light" pitchFamily="34" charset="0"/>
              </a:defRPr>
            </a:lvl5pPr>
            <a:lvl6pPr marL="2857185"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6pPr>
            <a:lvl7pPr marL="3376673"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7pPr>
            <a:lvl8pPr marL="3896161"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8pPr>
            <a:lvl9pPr marL="4415650"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9pPr>
          </a:lstStyle>
          <a:p>
            <a:pPr marL="0" indent="0">
              <a:buNone/>
            </a:pPr>
            <a:endParaRPr lang="en-GB" sz="2000" dirty="0"/>
          </a:p>
          <a:p>
            <a:r>
              <a:rPr lang="en-GB" sz="2000" dirty="0"/>
              <a:t>When thinking about behaviour change interventions, it can be helpful to think about the COM-B model</a:t>
            </a:r>
          </a:p>
          <a:p>
            <a:endParaRPr lang="en-GB" sz="2000" dirty="0"/>
          </a:p>
          <a:p>
            <a:r>
              <a:rPr lang="en-GB" sz="2000" dirty="0"/>
              <a:t>This model can help us to understand behaviour and what needs to change for a behaviour to occur</a:t>
            </a:r>
          </a:p>
          <a:p>
            <a:endParaRPr lang="en-GB" sz="2000" dirty="0"/>
          </a:p>
          <a:p>
            <a:endParaRPr lang="en-GB" sz="2000" dirty="0"/>
          </a:p>
        </p:txBody>
      </p:sp>
    </p:spTree>
    <p:extLst>
      <p:ext uri="{BB962C8B-B14F-4D97-AF65-F5344CB8AC3E}">
        <p14:creationId xmlns:p14="http://schemas.microsoft.com/office/powerpoint/2010/main" val="1752384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14E4F-CF00-AC0A-18FC-667304B753CD}"/>
            </a:ext>
          </a:extLst>
        </p:cNvPr>
        <p:cNvGrpSpPr/>
        <p:nvPr/>
      </p:nvGrpSpPr>
      <p:grpSpPr>
        <a:xfrm>
          <a:off x="0" y="0"/>
          <a:ext cx="0" cy="0"/>
          <a:chOff x="0" y="0"/>
          <a:chExt cx="0" cy="0"/>
        </a:xfrm>
      </p:grpSpPr>
      <p:pic>
        <p:nvPicPr>
          <p:cNvPr id="5" name="Picture 2" descr="University of Birmingham Logo PNG Vector (EPS) Free Download">
            <a:extLst>
              <a:ext uri="{FF2B5EF4-FFF2-40B4-BE49-F238E27FC236}">
                <a16:creationId xmlns:a16="http://schemas.microsoft.com/office/drawing/2014/main" id="{D43F7986-38E3-0DF7-229D-404C1303546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533" b="38889"/>
          <a:stretch>
            <a:fillRect/>
          </a:stretch>
        </p:blipFill>
        <p:spPr bwMode="auto">
          <a:xfrm>
            <a:off x="9702800" y="6161944"/>
            <a:ext cx="2407920" cy="54365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01D122A0-995A-0CA4-335F-14DB8A5E2DE7}"/>
              </a:ext>
            </a:extLst>
          </p:cNvPr>
          <p:cNvSpPr>
            <a:spLocks noGrp="1"/>
          </p:cNvSpPr>
          <p:nvPr>
            <p:ph type="title"/>
          </p:nvPr>
        </p:nvSpPr>
        <p:spPr>
          <a:xfrm>
            <a:off x="1419225" y="2579513"/>
            <a:ext cx="9353550" cy="994123"/>
          </a:xfrm>
        </p:spPr>
        <p:txBody>
          <a:bodyPr>
            <a:normAutofit fontScale="90000"/>
          </a:bodyPr>
          <a:lstStyle/>
          <a:p>
            <a:pPr algn="ctr"/>
            <a:r>
              <a:rPr lang="en-GB" dirty="0"/>
              <a:t>Activity – Part 1</a:t>
            </a:r>
            <a:br>
              <a:rPr lang="en-GB" dirty="0"/>
            </a:br>
            <a:br>
              <a:rPr lang="en-GB" dirty="0"/>
            </a:br>
            <a:r>
              <a:rPr lang="en-GB" b="0" dirty="0"/>
              <a:t>In your groups, think about a range of potential and existing interventions that we might implement to reduce measles infections.</a:t>
            </a:r>
            <a:br>
              <a:rPr lang="en-GB" b="0" dirty="0"/>
            </a:br>
            <a:br>
              <a:rPr lang="en-GB" b="0" dirty="0"/>
            </a:br>
            <a:r>
              <a:rPr lang="en-GB" b="0" dirty="0"/>
              <a:t>These may be reactive or preventative</a:t>
            </a:r>
          </a:p>
        </p:txBody>
      </p:sp>
    </p:spTree>
    <p:extLst>
      <p:ext uri="{BB962C8B-B14F-4D97-AF65-F5344CB8AC3E}">
        <p14:creationId xmlns:p14="http://schemas.microsoft.com/office/powerpoint/2010/main" val="754003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65D52-3081-A8BA-70BB-26C18DC6A4A6}"/>
            </a:ext>
          </a:extLst>
        </p:cNvPr>
        <p:cNvGrpSpPr/>
        <p:nvPr/>
      </p:nvGrpSpPr>
      <p:grpSpPr>
        <a:xfrm>
          <a:off x="0" y="0"/>
          <a:ext cx="0" cy="0"/>
          <a:chOff x="0" y="0"/>
          <a:chExt cx="0" cy="0"/>
        </a:xfrm>
      </p:grpSpPr>
      <p:pic>
        <p:nvPicPr>
          <p:cNvPr id="5" name="Picture 2" descr="University of Birmingham Logo PNG Vector (EPS) Free Download">
            <a:extLst>
              <a:ext uri="{FF2B5EF4-FFF2-40B4-BE49-F238E27FC236}">
                <a16:creationId xmlns:a16="http://schemas.microsoft.com/office/drawing/2014/main" id="{E20ED557-99B6-A0C6-C120-9F7E36BFFE3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533" b="38889"/>
          <a:stretch>
            <a:fillRect/>
          </a:stretch>
        </p:blipFill>
        <p:spPr bwMode="auto">
          <a:xfrm>
            <a:off x="9702800" y="6161944"/>
            <a:ext cx="2407920" cy="54365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C731D2C1-50C3-63C0-2EF6-9FF55D993475}"/>
              </a:ext>
            </a:extLst>
          </p:cNvPr>
          <p:cNvSpPr>
            <a:spLocks noGrp="1"/>
          </p:cNvSpPr>
          <p:nvPr>
            <p:ph type="title"/>
          </p:nvPr>
        </p:nvSpPr>
        <p:spPr>
          <a:xfrm>
            <a:off x="1419225" y="1742194"/>
            <a:ext cx="9353550" cy="2916412"/>
          </a:xfrm>
        </p:spPr>
        <p:txBody>
          <a:bodyPr>
            <a:normAutofit/>
          </a:bodyPr>
          <a:lstStyle/>
          <a:p>
            <a:pPr algn="ctr"/>
            <a:r>
              <a:rPr lang="en-GB" dirty="0"/>
              <a:t>Discussion</a:t>
            </a:r>
            <a:endParaRPr lang="en-GB" b="0" dirty="0"/>
          </a:p>
        </p:txBody>
      </p:sp>
    </p:spTree>
    <p:extLst>
      <p:ext uri="{BB962C8B-B14F-4D97-AF65-F5344CB8AC3E}">
        <p14:creationId xmlns:p14="http://schemas.microsoft.com/office/powerpoint/2010/main" val="2631459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77082-0E32-B995-BCD1-A651C366C005}"/>
              </a:ext>
            </a:extLst>
          </p:cNvPr>
          <p:cNvSpPr>
            <a:spLocks noGrp="1"/>
          </p:cNvSpPr>
          <p:nvPr>
            <p:ph type="title"/>
          </p:nvPr>
        </p:nvSpPr>
        <p:spPr/>
        <p:txBody>
          <a:bodyPr/>
          <a:lstStyle/>
          <a:p>
            <a:r>
              <a:rPr lang="en-GB" dirty="0"/>
              <a:t>Ranking our interventions</a:t>
            </a:r>
          </a:p>
        </p:txBody>
      </p:sp>
      <p:pic>
        <p:nvPicPr>
          <p:cNvPr id="9" name="Picture 8">
            <a:extLst>
              <a:ext uri="{FF2B5EF4-FFF2-40B4-BE49-F238E27FC236}">
                <a16:creationId xmlns:a16="http://schemas.microsoft.com/office/drawing/2014/main" id="{A538A4C2-DEEA-517E-3D5E-B391D72C5FD9}"/>
              </a:ext>
            </a:extLst>
          </p:cNvPr>
          <p:cNvPicPr>
            <a:picLocks noChangeAspect="1"/>
          </p:cNvPicPr>
          <p:nvPr/>
        </p:nvPicPr>
        <p:blipFill>
          <a:blip r:embed="rId2"/>
          <a:stretch>
            <a:fillRect/>
          </a:stretch>
        </p:blipFill>
        <p:spPr>
          <a:xfrm>
            <a:off x="7937500" y="1268760"/>
            <a:ext cx="2963010" cy="4791667"/>
          </a:xfrm>
          <a:prstGeom prst="rect">
            <a:avLst/>
          </a:prstGeom>
        </p:spPr>
      </p:pic>
      <p:sp>
        <p:nvSpPr>
          <p:cNvPr id="10" name="Content Placeholder 2">
            <a:extLst>
              <a:ext uri="{FF2B5EF4-FFF2-40B4-BE49-F238E27FC236}">
                <a16:creationId xmlns:a16="http://schemas.microsoft.com/office/drawing/2014/main" id="{CE35EEC6-0C6D-21B6-9C5E-4E8F096F5D59}"/>
              </a:ext>
            </a:extLst>
          </p:cNvPr>
          <p:cNvSpPr txBox="1">
            <a:spLocks/>
          </p:cNvSpPr>
          <p:nvPr/>
        </p:nvSpPr>
        <p:spPr>
          <a:xfrm>
            <a:off x="388884" y="1496859"/>
            <a:ext cx="6093196" cy="4525387"/>
          </a:xfrm>
          <a:prstGeom prst="rect">
            <a:avLst/>
          </a:prstGeom>
        </p:spPr>
        <p:txBody>
          <a:bodyPr vert="horz" lIns="77925" tIns="38963" rIns="77925" bIns="38963" rtlCol="0">
            <a:normAutofit/>
          </a:bodyPr>
          <a:lstStyle>
            <a:lvl1pPr marL="389616" indent="-389616" algn="l" defTabSz="1038977" rtl="0" eaLnBrk="1" latinLnBrk="0" hangingPunct="1">
              <a:spcBef>
                <a:spcPct val="20000"/>
              </a:spcBef>
              <a:buFont typeface="Wingdings" pitchFamily="2" charset="2"/>
              <a:buChar char="§"/>
              <a:defRPr sz="2667" kern="1200">
                <a:solidFill>
                  <a:schemeClr val="tx1"/>
                </a:solidFill>
                <a:latin typeface="Arial Nova" pitchFamily="34" charset="0"/>
                <a:ea typeface="+mn-ea"/>
                <a:cs typeface="+mn-cs"/>
              </a:defRPr>
            </a:lvl1pPr>
            <a:lvl2pPr marL="844168" indent="-324680" algn="l" defTabSz="1038977" rtl="0" eaLnBrk="1" latinLnBrk="0" hangingPunct="1">
              <a:spcBef>
                <a:spcPct val="20000"/>
              </a:spcBef>
              <a:buFont typeface="Arial" pitchFamily="34" charset="0"/>
              <a:buChar char="•"/>
              <a:defRPr sz="2267" kern="1200">
                <a:solidFill>
                  <a:schemeClr val="tx1"/>
                </a:solidFill>
                <a:latin typeface="Arial Nova Light" pitchFamily="34" charset="0"/>
                <a:ea typeface="+mn-ea"/>
                <a:cs typeface="Arial Nova Light" pitchFamily="34" charset="0"/>
              </a:defRPr>
            </a:lvl2pPr>
            <a:lvl3pPr marL="1298721" indent="-259744" algn="l" defTabSz="1038977" rtl="0" eaLnBrk="1" latinLnBrk="0" hangingPunct="1">
              <a:spcBef>
                <a:spcPct val="20000"/>
              </a:spcBef>
              <a:buFont typeface="Arial Nova Light" pitchFamily="34" charset="0"/>
              <a:buChar char="–"/>
              <a:defRPr sz="2000" kern="1200">
                <a:solidFill>
                  <a:schemeClr val="tx1"/>
                </a:solidFill>
                <a:latin typeface="Arial Nova Light" pitchFamily="34" charset="0"/>
                <a:ea typeface="+mn-ea"/>
                <a:cs typeface="Arial Nova Light" pitchFamily="34" charset="0"/>
              </a:defRPr>
            </a:lvl3pPr>
            <a:lvl4pPr marL="1818208" indent="-259744" algn="l" defTabSz="1038977" rtl="0" eaLnBrk="1" latinLnBrk="0" hangingPunct="1">
              <a:spcBef>
                <a:spcPct val="20000"/>
              </a:spcBef>
              <a:buFont typeface="Arial" pitchFamily="34" charset="0"/>
              <a:buChar char="–"/>
              <a:defRPr sz="1867" kern="1200">
                <a:solidFill>
                  <a:schemeClr val="tx1"/>
                </a:solidFill>
                <a:latin typeface="Arial Nova Light" pitchFamily="34" charset="0"/>
                <a:ea typeface="+mn-ea"/>
                <a:cs typeface="Arial Nova Light" pitchFamily="34" charset="0"/>
              </a:defRPr>
            </a:lvl4pPr>
            <a:lvl5pPr marL="2337696" indent="-259744" algn="l" defTabSz="1038977" rtl="0" eaLnBrk="1" latinLnBrk="0" hangingPunct="1">
              <a:spcBef>
                <a:spcPct val="20000"/>
              </a:spcBef>
              <a:buFont typeface="Arial" pitchFamily="34" charset="0"/>
              <a:buChar char="»"/>
              <a:defRPr sz="1867" kern="1200">
                <a:solidFill>
                  <a:schemeClr val="tx1"/>
                </a:solidFill>
                <a:latin typeface="Arial Nova Light" pitchFamily="34" charset="0"/>
                <a:ea typeface="+mn-ea"/>
                <a:cs typeface="Arial Nova Light" pitchFamily="34" charset="0"/>
              </a:defRPr>
            </a:lvl5pPr>
            <a:lvl6pPr marL="2857185"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6pPr>
            <a:lvl7pPr marL="3376673"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7pPr>
            <a:lvl8pPr marL="3896161"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8pPr>
            <a:lvl9pPr marL="4415650"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9pPr>
          </a:lstStyle>
          <a:p>
            <a:pPr marL="0" indent="0">
              <a:buNone/>
            </a:pPr>
            <a:endParaRPr lang="en-GB" sz="2000" dirty="0"/>
          </a:p>
          <a:p>
            <a:r>
              <a:rPr lang="en-GB" sz="2000" dirty="0"/>
              <a:t>The APEASE criteria can be a useful tool when assessing how “good” we think these interventions will be.</a:t>
            </a:r>
          </a:p>
          <a:p>
            <a:endParaRPr lang="en-GB" sz="2000" dirty="0"/>
          </a:p>
          <a:p>
            <a:r>
              <a:rPr lang="en-GB" sz="2000" dirty="0"/>
              <a:t>An intervention that might be 100% effective, might be completely impractical or unaffordable </a:t>
            </a:r>
          </a:p>
          <a:p>
            <a:endParaRPr lang="en-GB" sz="2000" dirty="0"/>
          </a:p>
          <a:p>
            <a:endParaRPr lang="en-GB" sz="2000" dirty="0"/>
          </a:p>
        </p:txBody>
      </p:sp>
      <p:sp>
        <p:nvSpPr>
          <p:cNvPr id="11" name="Rectangle 10">
            <a:extLst>
              <a:ext uri="{FF2B5EF4-FFF2-40B4-BE49-F238E27FC236}">
                <a16:creationId xmlns:a16="http://schemas.microsoft.com/office/drawing/2014/main" id="{ECAADE38-3124-6ED4-5AE7-FA9CD98DCE26}"/>
              </a:ext>
            </a:extLst>
          </p:cNvPr>
          <p:cNvSpPr/>
          <p:nvPr/>
        </p:nvSpPr>
        <p:spPr>
          <a:xfrm>
            <a:off x="8620760" y="4795520"/>
            <a:ext cx="1671320" cy="76200"/>
          </a:xfrm>
          <a:prstGeom prst="rect">
            <a:avLst/>
          </a:prstGeom>
          <a:solidFill>
            <a:srgbClr val="84E29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Tree>
    <p:extLst>
      <p:ext uri="{BB962C8B-B14F-4D97-AF65-F5344CB8AC3E}">
        <p14:creationId xmlns:p14="http://schemas.microsoft.com/office/powerpoint/2010/main" val="1039825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DE331-8D99-137D-C497-C3EF021CEB70}"/>
            </a:ext>
          </a:extLst>
        </p:cNvPr>
        <p:cNvGrpSpPr/>
        <p:nvPr/>
      </p:nvGrpSpPr>
      <p:grpSpPr>
        <a:xfrm>
          <a:off x="0" y="0"/>
          <a:ext cx="0" cy="0"/>
          <a:chOff x="0" y="0"/>
          <a:chExt cx="0" cy="0"/>
        </a:xfrm>
      </p:grpSpPr>
      <p:pic>
        <p:nvPicPr>
          <p:cNvPr id="5" name="Picture 2" descr="University of Birmingham Logo PNG Vector (EPS) Free Download">
            <a:extLst>
              <a:ext uri="{FF2B5EF4-FFF2-40B4-BE49-F238E27FC236}">
                <a16:creationId xmlns:a16="http://schemas.microsoft.com/office/drawing/2014/main" id="{CFC4122C-E96A-2BFC-ECB0-618479A94D5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533" b="38889"/>
          <a:stretch>
            <a:fillRect/>
          </a:stretch>
        </p:blipFill>
        <p:spPr bwMode="auto">
          <a:xfrm>
            <a:off x="9702800" y="6161944"/>
            <a:ext cx="2407920" cy="54365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C10DA48F-7561-727F-5104-EE594A2224F5}"/>
              </a:ext>
            </a:extLst>
          </p:cNvPr>
          <p:cNvSpPr>
            <a:spLocks noGrp="1"/>
          </p:cNvSpPr>
          <p:nvPr>
            <p:ph type="title"/>
          </p:nvPr>
        </p:nvSpPr>
        <p:spPr>
          <a:xfrm>
            <a:off x="1419225" y="2579513"/>
            <a:ext cx="9353550" cy="994123"/>
          </a:xfrm>
        </p:spPr>
        <p:txBody>
          <a:bodyPr>
            <a:normAutofit fontScale="90000"/>
          </a:bodyPr>
          <a:lstStyle/>
          <a:p>
            <a:pPr algn="ctr"/>
            <a:r>
              <a:rPr lang="en-GB" dirty="0"/>
              <a:t>Activity – Part 2</a:t>
            </a:r>
            <a:br>
              <a:rPr lang="en-GB" dirty="0"/>
            </a:br>
            <a:br>
              <a:rPr lang="en-GB" dirty="0"/>
            </a:br>
            <a:r>
              <a:rPr lang="en-GB" b="0" dirty="0"/>
              <a:t>Discuss in your groups which interventions you think are the most worth pursuing.</a:t>
            </a:r>
            <a:br>
              <a:rPr lang="en-GB" b="0" dirty="0"/>
            </a:br>
            <a:br>
              <a:rPr lang="en-GB" b="0" dirty="0"/>
            </a:br>
            <a:r>
              <a:rPr lang="en-GB" b="0" dirty="0"/>
              <a:t>Choose two or three to present back to the room.</a:t>
            </a:r>
          </a:p>
        </p:txBody>
      </p:sp>
    </p:spTree>
    <p:extLst>
      <p:ext uri="{BB962C8B-B14F-4D97-AF65-F5344CB8AC3E}">
        <p14:creationId xmlns:p14="http://schemas.microsoft.com/office/powerpoint/2010/main" val="889595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254D3-E9EE-DB51-9063-07080F12C479}"/>
            </a:ext>
          </a:extLst>
        </p:cNvPr>
        <p:cNvGrpSpPr/>
        <p:nvPr/>
      </p:nvGrpSpPr>
      <p:grpSpPr>
        <a:xfrm>
          <a:off x="0" y="0"/>
          <a:ext cx="0" cy="0"/>
          <a:chOff x="0" y="0"/>
          <a:chExt cx="0" cy="0"/>
        </a:xfrm>
      </p:grpSpPr>
      <p:pic>
        <p:nvPicPr>
          <p:cNvPr id="5" name="Picture 2" descr="University of Birmingham Logo PNG Vector (EPS) Free Download">
            <a:extLst>
              <a:ext uri="{FF2B5EF4-FFF2-40B4-BE49-F238E27FC236}">
                <a16:creationId xmlns:a16="http://schemas.microsoft.com/office/drawing/2014/main" id="{901FF08D-4FD5-59F5-E0FF-D493484B694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533" b="38889"/>
          <a:stretch>
            <a:fillRect/>
          </a:stretch>
        </p:blipFill>
        <p:spPr bwMode="auto">
          <a:xfrm>
            <a:off x="9702800" y="6161944"/>
            <a:ext cx="2407920" cy="54365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4FAB84DE-10C8-B91D-12DB-7147EFE98CDC}"/>
              </a:ext>
            </a:extLst>
          </p:cNvPr>
          <p:cNvSpPr>
            <a:spLocks noGrp="1"/>
          </p:cNvSpPr>
          <p:nvPr>
            <p:ph type="title"/>
          </p:nvPr>
        </p:nvSpPr>
        <p:spPr>
          <a:xfrm>
            <a:off x="1419225" y="1742194"/>
            <a:ext cx="9353550" cy="2916412"/>
          </a:xfrm>
        </p:spPr>
        <p:txBody>
          <a:bodyPr>
            <a:normAutofit/>
          </a:bodyPr>
          <a:lstStyle/>
          <a:p>
            <a:pPr algn="ctr"/>
            <a:r>
              <a:rPr lang="en-GB" dirty="0"/>
              <a:t>Intervention ranking</a:t>
            </a:r>
          </a:p>
        </p:txBody>
      </p:sp>
      <p:sp>
        <p:nvSpPr>
          <p:cNvPr id="4" name="TextBox 3">
            <a:extLst>
              <a:ext uri="{FF2B5EF4-FFF2-40B4-BE49-F238E27FC236}">
                <a16:creationId xmlns:a16="http://schemas.microsoft.com/office/drawing/2014/main" id="{A2BF8744-A3DC-72E9-0888-3C0136C811FB}"/>
              </a:ext>
            </a:extLst>
          </p:cNvPr>
          <p:cNvSpPr txBox="1"/>
          <p:nvPr/>
        </p:nvSpPr>
        <p:spPr>
          <a:xfrm>
            <a:off x="3048000" y="3838918"/>
            <a:ext cx="6096000" cy="323165"/>
          </a:xfrm>
          <a:prstGeom prst="rect">
            <a:avLst/>
          </a:prstGeom>
          <a:noFill/>
        </p:spPr>
        <p:txBody>
          <a:bodyPr wrap="square">
            <a:spAutoFit/>
          </a:bodyPr>
          <a:lstStyle/>
          <a:p>
            <a:pPr algn="ctr"/>
            <a:r>
              <a:rPr lang="en-GB" dirty="0">
                <a:hlinkClick r:id="rId3"/>
              </a:rPr>
              <a:t>Ranking Measles Interventions - </a:t>
            </a:r>
            <a:r>
              <a:rPr lang="en-GB" dirty="0" err="1">
                <a:hlinkClick r:id="rId3"/>
              </a:rPr>
              <a:t>Mentimeter</a:t>
            </a:r>
            <a:endParaRPr lang="en-GB" dirty="0"/>
          </a:p>
        </p:txBody>
      </p:sp>
    </p:spTree>
    <p:extLst>
      <p:ext uri="{BB962C8B-B14F-4D97-AF65-F5344CB8AC3E}">
        <p14:creationId xmlns:p14="http://schemas.microsoft.com/office/powerpoint/2010/main" val="205517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2D4CB-17C8-20F4-8CE5-421FCE22EECD}"/>
            </a:ext>
          </a:extLst>
        </p:cNvPr>
        <p:cNvGrpSpPr/>
        <p:nvPr/>
      </p:nvGrpSpPr>
      <p:grpSpPr>
        <a:xfrm>
          <a:off x="0" y="0"/>
          <a:ext cx="0" cy="0"/>
          <a:chOff x="0" y="0"/>
          <a:chExt cx="0" cy="0"/>
        </a:xfrm>
      </p:grpSpPr>
      <p:pic>
        <p:nvPicPr>
          <p:cNvPr id="5" name="Picture 2" descr="University of Birmingham Logo PNG Vector (EPS) Free Download">
            <a:extLst>
              <a:ext uri="{FF2B5EF4-FFF2-40B4-BE49-F238E27FC236}">
                <a16:creationId xmlns:a16="http://schemas.microsoft.com/office/drawing/2014/main" id="{F27C845F-4986-1535-FED3-8BA4BA72ECD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533" b="38889"/>
          <a:stretch>
            <a:fillRect/>
          </a:stretch>
        </p:blipFill>
        <p:spPr bwMode="auto">
          <a:xfrm>
            <a:off x="9702800" y="6161944"/>
            <a:ext cx="2407920" cy="54365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2D8693D8-8D60-05E8-B8B9-0E0A05D25FF3}"/>
              </a:ext>
            </a:extLst>
          </p:cNvPr>
          <p:cNvSpPr>
            <a:spLocks noGrp="1"/>
          </p:cNvSpPr>
          <p:nvPr>
            <p:ph type="title"/>
          </p:nvPr>
        </p:nvSpPr>
        <p:spPr>
          <a:xfrm>
            <a:off x="1419225" y="1742194"/>
            <a:ext cx="9353550" cy="2916412"/>
          </a:xfrm>
        </p:spPr>
        <p:txBody>
          <a:bodyPr>
            <a:normAutofit/>
          </a:bodyPr>
          <a:lstStyle/>
          <a:p>
            <a:pPr algn="ctr"/>
            <a:r>
              <a:rPr lang="en-GB" dirty="0"/>
              <a:t>Thank you for participating!</a:t>
            </a:r>
          </a:p>
        </p:txBody>
      </p:sp>
    </p:spTree>
    <p:extLst>
      <p:ext uri="{BB962C8B-B14F-4D97-AF65-F5344CB8AC3E}">
        <p14:creationId xmlns:p14="http://schemas.microsoft.com/office/powerpoint/2010/main" val="1911870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RRR 16:9 Master ">
  <a:themeElements>
    <a:clrScheme name="BCC corporate">
      <a:dk1>
        <a:sysClr val="windowText" lastClr="000000"/>
      </a:dk1>
      <a:lt1>
        <a:sysClr val="window" lastClr="FFFFFF"/>
      </a:lt1>
      <a:dk2>
        <a:srgbClr val="7F7F7F"/>
      </a:dk2>
      <a:lt2>
        <a:srgbClr val="FFFFFF"/>
      </a:lt2>
      <a:accent1>
        <a:srgbClr val="BB151C"/>
      </a:accent1>
      <a:accent2>
        <a:srgbClr val="5696D2"/>
      </a:accent2>
      <a:accent3>
        <a:srgbClr val="7B237A"/>
      </a:accent3>
      <a:accent4>
        <a:srgbClr val="EDC22E"/>
      </a:accent4>
      <a:accent5>
        <a:srgbClr val="6D9F40"/>
      </a:accent5>
      <a:accent6>
        <a:srgbClr val="92A8A9"/>
      </a:accent6>
      <a:hlink>
        <a:srgbClr val="0000FF"/>
      </a:hlink>
      <a:folHlink>
        <a:srgbClr val="EDC22E"/>
      </a:folHlink>
    </a:clrScheme>
    <a:fontScheme name="BCC corporate">
      <a:majorFont>
        <a:latin typeface="Arial Nova"/>
        <a:ea typeface=""/>
        <a:cs typeface=""/>
      </a:majorFont>
      <a:minorFont>
        <a:latin typeface="Arial Nov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accent1"/>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C1E7A02-BB87-439E-86FC-FD4921439932}" vid="{7D2F6D88-95A8-410D-9A16-157728559F58}"/>
    </a:ext>
  </a:extLst>
</a:theme>
</file>

<file path=ppt/theme/theme2.xml><?xml version="1.0" encoding="utf-8"?>
<a:theme xmlns:a="http://schemas.openxmlformats.org/drawingml/2006/main" name="RESET 16:9 Master ">
  <a:themeElements>
    <a:clrScheme name="BCC corporate">
      <a:dk1>
        <a:sysClr val="windowText" lastClr="000000"/>
      </a:dk1>
      <a:lt1>
        <a:sysClr val="window" lastClr="FFFFFF"/>
      </a:lt1>
      <a:dk2>
        <a:srgbClr val="7F7F7F"/>
      </a:dk2>
      <a:lt2>
        <a:srgbClr val="FFFFFF"/>
      </a:lt2>
      <a:accent1>
        <a:srgbClr val="BB151C"/>
      </a:accent1>
      <a:accent2>
        <a:srgbClr val="5696D2"/>
      </a:accent2>
      <a:accent3>
        <a:srgbClr val="7B237A"/>
      </a:accent3>
      <a:accent4>
        <a:srgbClr val="EDC22E"/>
      </a:accent4>
      <a:accent5>
        <a:srgbClr val="6D9F40"/>
      </a:accent5>
      <a:accent6>
        <a:srgbClr val="92A8A9"/>
      </a:accent6>
      <a:hlink>
        <a:srgbClr val="0000FF"/>
      </a:hlink>
      <a:folHlink>
        <a:srgbClr val="EDC22E"/>
      </a:folHlink>
    </a:clrScheme>
    <a:fontScheme name="BCC corporate">
      <a:majorFont>
        <a:latin typeface="Arial Nova"/>
        <a:ea typeface=""/>
        <a:cs typeface=""/>
      </a:majorFont>
      <a:minorFont>
        <a:latin typeface="Arial Nov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accent1"/>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C1E7A02-BB87-439E-86FC-FD4921439932}" vid="{7D2F6D88-95A8-410D-9A16-157728559F58}"/>
    </a:ext>
  </a:extLst>
</a:theme>
</file>

<file path=ppt/theme/theme3.xml><?xml version="1.0" encoding="utf-8"?>
<a:theme xmlns:a="http://schemas.openxmlformats.org/drawingml/2006/main" name="RESHAPE 16:9 Master ">
  <a:themeElements>
    <a:clrScheme name="BCC corporate">
      <a:dk1>
        <a:sysClr val="windowText" lastClr="000000"/>
      </a:dk1>
      <a:lt1>
        <a:sysClr val="window" lastClr="FFFFFF"/>
      </a:lt1>
      <a:dk2>
        <a:srgbClr val="7F7F7F"/>
      </a:dk2>
      <a:lt2>
        <a:srgbClr val="FFFFFF"/>
      </a:lt2>
      <a:accent1>
        <a:srgbClr val="BB151C"/>
      </a:accent1>
      <a:accent2>
        <a:srgbClr val="5696D2"/>
      </a:accent2>
      <a:accent3>
        <a:srgbClr val="7B237A"/>
      </a:accent3>
      <a:accent4>
        <a:srgbClr val="EDC22E"/>
      </a:accent4>
      <a:accent5>
        <a:srgbClr val="6D9F40"/>
      </a:accent5>
      <a:accent6>
        <a:srgbClr val="92A8A9"/>
      </a:accent6>
      <a:hlink>
        <a:srgbClr val="0000FF"/>
      </a:hlink>
      <a:folHlink>
        <a:srgbClr val="EDC22E"/>
      </a:folHlink>
    </a:clrScheme>
    <a:fontScheme name="BCC corporate">
      <a:majorFont>
        <a:latin typeface="Arial Nova"/>
        <a:ea typeface=""/>
        <a:cs typeface=""/>
      </a:majorFont>
      <a:minorFont>
        <a:latin typeface="Arial Nov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accent1"/>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C1E7A02-BB87-439E-86FC-FD4921439932}" vid="{7D2F6D88-95A8-410D-9A16-157728559F58}"/>
    </a:ext>
  </a:extLst>
</a:theme>
</file>

<file path=ppt/theme/theme4.xml><?xml version="1.0" encoding="utf-8"?>
<a:theme xmlns:a="http://schemas.openxmlformats.org/drawingml/2006/main" name="RESTART 16:9 Master ">
  <a:themeElements>
    <a:clrScheme name="BCC corporate">
      <a:dk1>
        <a:sysClr val="windowText" lastClr="000000"/>
      </a:dk1>
      <a:lt1>
        <a:sysClr val="window" lastClr="FFFFFF"/>
      </a:lt1>
      <a:dk2>
        <a:srgbClr val="7F7F7F"/>
      </a:dk2>
      <a:lt2>
        <a:srgbClr val="FFFFFF"/>
      </a:lt2>
      <a:accent1>
        <a:srgbClr val="BB151C"/>
      </a:accent1>
      <a:accent2>
        <a:srgbClr val="5696D2"/>
      </a:accent2>
      <a:accent3>
        <a:srgbClr val="7B237A"/>
      </a:accent3>
      <a:accent4>
        <a:srgbClr val="EDC22E"/>
      </a:accent4>
      <a:accent5>
        <a:srgbClr val="6D9F40"/>
      </a:accent5>
      <a:accent6>
        <a:srgbClr val="92A8A9"/>
      </a:accent6>
      <a:hlink>
        <a:srgbClr val="0000FF"/>
      </a:hlink>
      <a:folHlink>
        <a:srgbClr val="EDC22E"/>
      </a:folHlink>
    </a:clrScheme>
    <a:fontScheme name="BCC corporate">
      <a:majorFont>
        <a:latin typeface="Arial Nova"/>
        <a:ea typeface=""/>
        <a:cs typeface=""/>
      </a:majorFont>
      <a:minorFont>
        <a:latin typeface="Arial Nov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accent1"/>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C1E7A02-BB87-439E-86FC-FD4921439932}" vid="{7D2F6D88-95A8-410D-9A16-157728559F58}"/>
    </a:ext>
  </a:extLst>
</a:theme>
</file>

<file path=ppt/theme/theme5.xml><?xml version="1.0" encoding="utf-8"?>
<a:theme xmlns:a="http://schemas.openxmlformats.org/drawingml/2006/main" name="1_RRR 16:9 Master ">
  <a:themeElements>
    <a:clrScheme name="BCC corporate">
      <a:dk1>
        <a:sysClr val="windowText" lastClr="000000"/>
      </a:dk1>
      <a:lt1>
        <a:sysClr val="window" lastClr="FFFFFF"/>
      </a:lt1>
      <a:dk2>
        <a:srgbClr val="7F7F7F"/>
      </a:dk2>
      <a:lt2>
        <a:srgbClr val="FFFFFF"/>
      </a:lt2>
      <a:accent1>
        <a:srgbClr val="BB151C"/>
      </a:accent1>
      <a:accent2>
        <a:srgbClr val="5696D2"/>
      </a:accent2>
      <a:accent3>
        <a:srgbClr val="7B237A"/>
      </a:accent3>
      <a:accent4>
        <a:srgbClr val="EDC22E"/>
      </a:accent4>
      <a:accent5>
        <a:srgbClr val="6D9F40"/>
      </a:accent5>
      <a:accent6>
        <a:srgbClr val="92A8A9"/>
      </a:accent6>
      <a:hlink>
        <a:srgbClr val="0000FF"/>
      </a:hlink>
      <a:folHlink>
        <a:srgbClr val="EDC22E"/>
      </a:folHlink>
    </a:clrScheme>
    <a:fontScheme name="BCC corporate">
      <a:majorFont>
        <a:latin typeface="Arial Nova"/>
        <a:ea typeface=""/>
        <a:cs typeface=""/>
      </a:majorFont>
      <a:minorFont>
        <a:latin typeface="Arial Nov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accent1"/>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owerpoint Template" id="{1AC460A5-9C73-4142-BAD8-1DDA35FC657F}" vid="{D6175615-0B0A-471E-A188-13BBB348FDEF}"/>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PowerPoint_template_RRR___November_2023___CD</Template>
  <TotalTime>854</TotalTime>
  <Words>1312</Words>
  <Application>Microsoft Office PowerPoint</Application>
  <PresentationFormat>Widescreen</PresentationFormat>
  <Paragraphs>220</Paragraphs>
  <Slides>44</Slides>
  <Notes>1</Notes>
  <HiddenSlides>0</HiddenSlides>
  <MMClips>2</MMClips>
  <ScaleCrop>false</ScaleCrop>
  <HeadingPairs>
    <vt:vector size="6" baseType="variant">
      <vt:variant>
        <vt:lpstr>Fonts Used</vt:lpstr>
      </vt:variant>
      <vt:variant>
        <vt:i4>7</vt:i4>
      </vt:variant>
      <vt:variant>
        <vt:lpstr>Theme</vt:lpstr>
      </vt:variant>
      <vt:variant>
        <vt:i4>5</vt:i4>
      </vt:variant>
      <vt:variant>
        <vt:lpstr>Slide Titles</vt:lpstr>
      </vt:variant>
      <vt:variant>
        <vt:i4>44</vt:i4>
      </vt:variant>
    </vt:vector>
  </HeadingPairs>
  <TitlesOfParts>
    <vt:vector size="56" baseType="lpstr">
      <vt:lpstr>Aptos</vt:lpstr>
      <vt:lpstr>Arial</vt:lpstr>
      <vt:lpstr>Arial Nova</vt:lpstr>
      <vt:lpstr>Arial Nova Light</vt:lpstr>
      <vt:lpstr>Courier New</vt:lpstr>
      <vt:lpstr>NimbusSanL-Regu</vt:lpstr>
      <vt:lpstr>Wingdings</vt:lpstr>
      <vt:lpstr>RRR 16:9 Master </vt:lpstr>
      <vt:lpstr>RESET 16:9 Master </vt:lpstr>
      <vt:lpstr>RESHAPE 16:9 Master </vt:lpstr>
      <vt:lpstr>RESTART 16:9 Master </vt:lpstr>
      <vt:lpstr>1_RRR 16:9 Master </vt:lpstr>
      <vt:lpstr>BSol Measles Participatory System Modelling Workshop</vt:lpstr>
      <vt:lpstr>Agenda</vt:lpstr>
      <vt:lpstr>Housekeeping</vt:lpstr>
      <vt:lpstr>Background (1)</vt:lpstr>
      <vt:lpstr>Background (2)</vt:lpstr>
      <vt:lpstr>Project Overview</vt:lpstr>
      <vt:lpstr>Pause for questions </vt:lpstr>
      <vt:lpstr>Local Epidemiology Update</vt:lpstr>
      <vt:lpstr>Epidemiology of measles in Birmingham  20th March 2026  Produced by Field Services Midlands  Official sensitive: not for sharing</vt:lpstr>
      <vt:lpstr>These slides have been removed from the public upload as requested by UKHSA</vt:lpstr>
      <vt:lpstr>Barriers to MMR Vaccination</vt:lpstr>
      <vt:lpstr>PowerPoint Presentation</vt:lpstr>
      <vt:lpstr>PowerPoint Presentation</vt:lpstr>
      <vt:lpstr>PowerPoint Presentation</vt:lpstr>
      <vt:lpstr>Discussion </vt:lpstr>
      <vt:lpstr>System Dynamics</vt:lpstr>
      <vt:lpstr>System Dynamics Overview</vt:lpstr>
      <vt:lpstr>System Dynamics Example</vt:lpstr>
      <vt:lpstr>System Dynamics Example - Simulation</vt:lpstr>
      <vt:lpstr>System Dynamics Example - Simulation</vt:lpstr>
      <vt:lpstr>System Dynamics Example 2</vt:lpstr>
      <vt:lpstr>System Dynamics Example 2 - Simulation</vt:lpstr>
      <vt:lpstr>System Dynamics Example 2 - Simulation</vt:lpstr>
      <vt:lpstr>Activity – Part 1  Draw a simple system showing money in your bank account.   What makes it go up and what makes it go down? </vt:lpstr>
      <vt:lpstr>Activity – Part 2  Take what you’ve drawn and boil it down to the key driving factors.</vt:lpstr>
      <vt:lpstr>Break  (~15 minutes) </vt:lpstr>
      <vt:lpstr>Measle System Flow Variables</vt:lpstr>
      <vt:lpstr>Base model</vt:lpstr>
      <vt:lpstr>Base model</vt:lpstr>
      <vt:lpstr>Base model</vt:lpstr>
      <vt:lpstr>Base model</vt:lpstr>
      <vt:lpstr>Activity – Part 1  Use the sticky notes and pens to include as many factors influencing the system as possible and their interactions.  Think about how ethnicity impacts these flows  IF you feel there’s an urgent need for another stock in the model, add it in!</vt:lpstr>
      <vt:lpstr>Discussion</vt:lpstr>
      <vt:lpstr>Activity – Part 2  You each have 3 small stickers. Walk around the room and use these to vote on factors that you think are most important</vt:lpstr>
      <vt:lpstr>PowerPoint Presentation</vt:lpstr>
      <vt:lpstr>Measle System Interventions</vt:lpstr>
      <vt:lpstr>Discussion: Where are the problem flows in the system?</vt:lpstr>
      <vt:lpstr>COM-B Model</vt:lpstr>
      <vt:lpstr>Activity – Part 1  In your groups, think about a range of potential and existing interventions that we might implement to reduce measles infections.  These may be reactive or preventative</vt:lpstr>
      <vt:lpstr>Discussion</vt:lpstr>
      <vt:lpstr>Ranking our interventions</vt:lpstr>
      <vt:lpstr>Activity – Part 2  Discuss in your groups which interventions you think are the most worth pursuing.  Choose two or three to present back to the room.</vt:lpstr>
      <vt:lpstr>Intervention ranking</vt:lpstr>
      <vt:lpstr>Thank you for participating!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Ellis</dc:creator>
  <cp:lastModifiedBy>David Ellis</cp:lastModifiedBy>
  <cp:revision>1</cp:revision>
  <dcterms:created xsi:type="dcterms:W3CDTF">2026-03-17T10:23:56Z</dcterms:created>
  <dcterms:modified xsi:type="dcterms:W3CDTF">2026-04-01T16:26:07Z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17471b1-27ab-4640-9264-e69a67407ca3_Enabled">
    <vt:lpwstr>true</vt:lpwstr>
  </property>
  <property fmtid="{D5CDD505-2E9C-101B-9397-08002B2CF9AE}" pid="3" name="MSIP_Label_a17471b1-27ab-4640-9264-e69a67407ca3_SetDate">
    <vt:lpwstr>2026-03-17T10:24:07Z</vt:lpwstr>
  </property>
  <property fmtid="{D5CDD505-2E9C-101B-9397-08002B2CF9AE}" pid="4" name="MSIP_Label_a17471b1-27ab-4640-9264-e69a67407ca3_Method">
    <vt:lpwstr>Standard</vt:lpwstr>
  </property>
  <property fmtid="{D5CDD505-2E9C-101B-9397-08002B2CF9AE}" pid="5" name="MSIP_Label_a17471b1-27ab-4640-9264-e69a67407ca3_Name">
    <vt:lpwstr>BCC - OFFICIAL</vt:lpwstr>
  </property>
  <property fmtid="{D5CDD505-2E9C-101B-9397-08002B2CF9AE}" pid="6" name="MSIP_Label_a17471b1-27ab-4640-9264-e69a67407ca3_SiteId">
    <vt:lpwstr>699ace67-d2e4-4bcd-b303-d2bbe2b9bbf1</vt:lpwstr>
  </property>
  <property fmtid="{D5CDD505-2E9C-101B-9397-08002B2CF9AE}" pid="7" name="MSIP_Label_a17471b1-27ab-4640-9264-e69a67407ca3_ActionId">
    <vt:lpwstr>dd2469ca-f65b-4caf-9252-eb0995fde58a</vt:lpwstr>
  </property>
  <property fmtid="{D5CDD505-2E9C-101B-9397-08002B2CF9AE}" pid="8" name="MSIP_Label_a17471b1-27ab-4640-9264-e69a67407ca3_ContentBits">
    <vt:lpwstr>2</vt:lpwstr>
  </property>
  <property fmtid="{D5CDD505-2E9C-101B-9397-08002B2CF9AE}" pid="9" name="MSIP_Label_a17471b1-27ab-4640-9264-e69a67407ca3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OFFICIAL</vt:lpwstr>
  </property>
</Properties>
</file>